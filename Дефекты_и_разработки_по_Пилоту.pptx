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6138" TargetMode="External"/><Relationship Id="rId4" Type="http://schemas.openxmlformats.org/officeDocument/2006/relationships/hyperlink" Target="https://tracker.yandex.ru/DEFPROD-9222" TargetMode="External"/><Relationship Id="rId5" Type="http://schemas.openxmlformats.org/officeDocument/2006/relationships/hyperlink" Target="https://tracker.yandex.ru/DEFPROD-6804" TargetMode="External"/><Relationship Id="rId6" Type="http://schemas.openxmlformats.org/officeDocument/2006/relationships/hyperlink" Target="https://tracker.yandex.ru/DEFPROD-10592" TargetMode="External"/><Relationship Id="rId7" Type="http://schemas.openxmlformats.org/officeDocument/2006/relationships/hyperlink" Target="https://tracker.yandex.ru/DEFPROD-9603" TargetMode="External"/><Relationship Id="rId8" Type="http://schemas.openxmlformats.org/officeDocument/2006/relationships/hyperlink" Target="https://tracker.yandex.ru/DEFPROD-10301" TargetMode="External"/><Relationship Id="rId9" Type="http://schemas.openxmlformats.org/officeDocument/2006/relationships/hyperlink" Target="https://tracker.yandex.ru/FTR-706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7063" TargetMode="External"/><Relationship Id="rId4" Type="http://schemas.openxmlformats.org/officeDocument/2006/relationships/hyperlink" Target="https://tracker.yandex.ru/FTR-7577" TargetMode="External"/><Relationship Id="rId5" Type="http://schemas.openxmlformats.org/officeDocument/2006/relationships/hyperlink" Target="https://tracker.yandex.ru/FTR-7074" TargetMode="External"/><Relationship Id="rId6" Type="http://schemas.openxmlformats.org/officeDocument/2006/relationships/hyperlink" Target="https://tracker.yandex.ru/FTR-7057" TargetMode="External"/><Relationship Id="rId7" Type="http://schemas.openxmlformats.org/officeDocument/2006/relationships/hyperlink" Target="https://tracker.yandex.ru/FTR-7072" TargetMode="External"/><Relationship Id="rId8" Type="http://schemas.openxmlformats.org/officeDocument/2006/relationships/hyperlink" Target="https://tracker.yandex.ru/FTR-7126" TargetMode="External"/><Relationship Id="rId9" Type="http://schemas.openxmlformats.org/officeDocument/2006/relationships/hyperlink" Target="https://tracker.yandex.ru/FTR-7110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7099" TargetMode="External"/><Relationship Id="rId4" Type="http://schemas.openxmlformats.org/officeDocument/2006/relationships/hyperlink" Target="https://tracker.yandex.ru/DEFPROD-7954" TargetMode="External"/><Relationship Id="rId5" Type="http://schemas.openxmlformats.org/officeDocument/2006/relationships/hyperlink" Target="https://tracker.yandex.ru/DEFPROD-9229" TargetMode="External"/><Relationship Id="rId6" Type="http://schemas.openxmlformats.org/officeDocument/2006/relationships/hyperlink" Target="https://tracker.yandex.ru/DEFPROD-9289" TargetMode="External"/><Relationship Id="rId7" Type="http://schemas.openxmlformats.org/officeDocument/2006/relationships/hyperlink" Target="https://tracker.yandex.ru/DEFPROD-9430" TargetMode="External"/><Relationship Id="rId8" Type="http://schemas.openxmlformats.org/officeDocument/2006/relationships/hyperlink" Target="https://tracker.yandex.ru/DEFPROD-960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4335" TargetMode="External"/><Relationship Id="rId4" Type="http://schemas.openxmlformats.org/officeDocument/2006/relationships/hyperlink" Target="https://tracker.yandex.ru/DEFPROD-4462" TargetMode="External"/><Relationship Id="rId5" Type="http://schemas.openxmlformats.org/officeDocument/2006/relationships/hyperlink" Target="https://tracker.yandex.ru/DEFPROD-4686" TargetMode="External"/><Relationship Id="rId6" Type="http://schemas.openxmlformats.org/officeDocument/2006/relationships/hyperlink" Target="https://tracker.yandex.ru/DEFPROD-5641" TargetMode="External"/><Relationship Id="rId7" Type="http://schemas.openxmlformats.org/officeDocument/2006/relationships/hyperlink" Target="https://tracker.yandex.ru/DEFPROD-6026" TargetMode="External"/><Relationship Id="rId8" Type="http://schemas.openxmlformats.org/officeDocument/2006/relationships/hyperlink" Target="https://tracker.yandex.ru/DEFPROD-6290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6703" TargetMode="External"/><Relationship Id="rId4" Type="http://schemas.openxmlformats.org/officeDocument/2006/relationships/hyperlink" Target="https://tracker.yandex.ru/DEFPROD-7774" TargetMode="External"/><Relationship Id="rId5" Type="http://schemas.openxmlformats.org/officeDocument/2006/relationships/hyperlink" Target="https://tracker.yandex.ru/DEFPROD-9034" TargetMode="External"/><Relationship Id="rId6" Type="http://schemas.openxmlformats.org/officeDocument/2006/relationships/hyperlink" Target="https://tracker.yandex.ru/DEFPROD-9797" TargetMode="External"/><Relationship Id="rId7" Type="http://schemas.openxmlformats.org/officeDocument/2006/relationships/hyperlink" Target="https://tracker.yandex.ru/DEFPROD-9845" TargetMode="External"/><Relationship Id="rId8" Type="http://schemas.openxmlformats.org/officeDocument/2006/relationships/hyperlink" Target="https://tracker.yandex.ru/DEFPROD-10152" TargetMode="External"/><Relationship Id="rId9" Type="http://schemas.openxmlformats.org/officeDocument/2006/relationships/hyperlink" Target="https://tracker.yandex.ru/DEFPROD-1028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10282" TargetMode="External"/><Relationship Id="rId4" Type="http://schemas.openxmlformats.org/officeDocument/2006/relationships/hyperlink" Target="https://tracker.yandex.ru/DEFPROD-10579" TargetMode="External"/><Relationship Id="rId5" Type="http://schemas.openxmlformats.org/officeDocument/2006/relationships/hyperlink" Target="https://tracker.yandex.ru/DEFPROD-6889" TargetMode="External"/><Relationship Id="rId6" Type="http://schemas.openxmlformats.org/officeDocument/2006/relationships/hyperlink" Target="https://tracker.yandex.ru/DEFPROD-8123" TargetMode="External"/><Relationship Id="rId7" Type="http://schemas.openxmlformats.org/officeDocument/2006/relationships/hyperlink" Target="https://tracker.yandex.ru/DEV-426" TargetMode="External"/><Relationship Id="rId8" Type="http://schemas.openxmlformats.org/officeDocument/2006/relationships/hyperlink" Target="https://tracker.yandex.ru/DEFPROD-371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12144" TargetMode="External"/><Relationship Id="rId4" Type="http://schemas.openxmlformats.org/officeDocument/2006/relationships/hyperlink" Target="https://tracker.yandex.ru/DEFPROD-923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DEFPROD-6138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DEFPROD-9222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DEFPROD-6804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DEFPROD-10592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DEFPROD-9603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DEFPROD-10301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FTR-7065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FTR-7063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FTR-7577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FTR-7074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FTR-7057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FTR-7072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FTR-7126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FTR-7110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082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FTR-7099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DEFPROD-7954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764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DEFPROD-9229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DEFPROD-9289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DEFPROD-9430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DEFPROD-9604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4921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DEFPROD-4335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DEFPROD-4462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DEFPROD-4686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DEFPROD-5641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DEFPROD-6026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DEFPROD-6290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6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DEFPROD-6703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DEFPROD-7774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DEFPROD-9034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DEFPROD-9797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DEFPROD-9845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DEFPROD-10152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DEFPROD-10281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205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DEFPROD-10282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DEFPROD-10579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03708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DEFPROD-6889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DEFPROD-8123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DEV-426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DEFPROD-3711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(7/7)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22937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764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FTR-12144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DEFPROD-9230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7777A"/>
      </a:hlink>
      <a:folHlink>
        <a:srgbClr val="77777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