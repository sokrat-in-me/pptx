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73152"/>
            <a:ext cx="2148840" cy="7924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040" y="109728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(1/46)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85800"/>
          <a:ext cx="10469880" cy="5806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777240"/>
                <a:gridCol w="3429000"/>
                <a:gridCol w="3246120"/>
                <a:gridCol w="1097280"/>
                <a:gridCol w="1508760"/>
              </a:tblGrid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DEFPROD-10544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DEFPROD-10544: Ошибка функциональности - При ВГО операции в документах РТУ ТБ000012153 (УПП 485) и ПТУ УММУ-000388 (Мичурин) выявлена разница по суммам документов между базами в 1 копейку (ITSM 2145376)</a:t>
                      </a:r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 – реализовано в УПП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28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DEFPROD-9624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DEFPROD-9624: Ошибка функциональности - Некорректное заполнение  Статей и аналитик в документах закупки по периодическим услугам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релиз поменять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DEFPROD-9457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DEFPROD-9457: Новое требование - Изменить частоту запуска РЗ Зеркалирование ВГО по паре Отгрузка сырья продукции - Акт доставки корма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DEFPROD-10075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DEFPROD-10075: HotFix-расширение - ITSM #1674270. Не проводится документ "Поступление товаров на склад" (1696830)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нужен разработчик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DEFPROD-10718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DEFPROD-10718: Ошибка функциональности - Подготовка: При создании этапов на подготовке Платошино  заполнился вместо 13 птичника (который в заказе)  птичник 17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 релиз MTD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DEFPROD-7691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DEFPROD-7691: Ошибка функциональности - Некорректно подтягивается стоимость ППЖ в документ распределение возвратных отходов - должно быть 0,0085 руб вместо 0,85 руб за 1 кг.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 MTD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DEFPROD-10696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DEFPROD-10696: Ошибка функциональности - Изменение в обработке MTD "Формирование документов рег учета" в части создания ПТУ по приобретению Корма на УМК 1) отсутствует заполнение поля «Номер ТТН» на вкладке Дополнительно; 2) ПТУ не должен создаваться проведённым, т.к. в нем отсутствует фактическая цена продажи, номер и дата УПД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Артем Овсянников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73152"/>
            <a:ext cx="2148840" cy="7924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040" y="109728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(2/46)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85800"/>
          <a:ext cx="10469880" cy="5806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777240"/>
                <a:gridCol w="3429000"/>
                <a:gridCol w="3246120"/>
                <a:gridCol w="1097280"/>
                <a:gridCol w="1508760"/>
              </a:tblGrid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DEFPROD-10469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DEFPROD-10469: Ошибка функциональности - нет возможности сформировать один акт сверки по одному контрагенту по разным договорам в валюте взаиморасчетов в разных валютах взаиморасчетов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36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DEFPROD-8390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DEFPROD-8390: Ошибка функциональности - из месяца в месяц не меняется отправитель, получатель, работа, а значение базы распределения может меняться  Срез последних должен учитывать это изменение, сейчас дублируется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DEFPROD-10015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DEFPROD-10015: Новое требование - добавить условия огр.матрицы при проведении документов заявка на корректировку планов и лимитов и корректировку планов и лимитов, также как и в опер.плане  - добавить проверку на соответствие Организаций и подразделений для всех документов БК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29--?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DEFPROD-10198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DEFPROD-10198: Ошибка функциональности - Добавление Штрих-кодов в книги покупок и продаж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согласование QA, даны замечания, в 28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DEFPROD-10741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DEFPROD-10741: Ошибка функциональности - Формирование отчета по услугам охраны, Расходам ИТ отраженным в отчетном периоде на затратных счетах (в первую очередь на 20,23, но также полезно будет если еще будет выбор с 26,44, а также 91 сч)  в разрезе заданного периода, юр лица, с выводом ДТ и КТ счетов отражения услуг, Направление деятельности, Подразделения - получателя услуг, наименования аналитики (статьи), контрагента, договора, суммы. По обороту, без двойных оборотов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снизить до 29, общалась с экономистом, собирают руками не так долго пилот. На этапе тиража будет критика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 работе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DEFPROD-10742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DEFPROD-10742: Новое требование - Формирование отчета по затратам по дебету 23 счета с выбранным набором подразделений, в  разрезе статей затрат, подразделения, сумм, а также закрытия по обороту данных работ по кредиту в 20 счет по Выращиванию в разрезе площадок (в плоском виде)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снизать до 30 взамен на DEFPROD-3875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снизать до 30 взамен на DEFPROD-3875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DEFPROD-10740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DEFPROD-10740: Новое требование - Формирование отчета по всем налогам (имущественный, земельный, водный, НВОС, транспортный), отраженным в отчетном периоде на затратных счетах  (в первую очередь на 20,23, но также полезно будет если еще будет выбор с 26,44, а также 91 сч) в разрезе заданного периода, юр лица, с выводом ДТ и КТ счетов отражения налога, Направление деятельности, Подразделение, наименования налога, суммы налога. По обороту, без двойных оборотов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снизить до 29, общалась с экономистом, собирают руками не так долго пилот. На этапе тиража будет критика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 работе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73152"/>
            <a:ext cx="2148840" cy="7924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040" y="109728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(3/46)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85800"/>
          <a:ext cx="10469880" cy="5806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777240"/>
                <a:gridCol w="3429000"/>
                <a:gridCol w="3246120"/>
                <a:gridCol w="1097280"/>
                <a:gridCol w="1508760"/>
              </a:tblGrid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DEFPROD-6138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DEFPROD-6138: Ошибка функциональности - Убрать контроль, запрещающий создание ЗНО на основании договора с видом ОРЕХ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Снимет избыточные контроли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DEFPROD-8952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DEFPROD-8952: Ошибка функциональности - Субсчет по 19 счету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36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DEFPROD-10833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DEFPROD-10833: Консультация - Скорректировать алгоритм согласования заказа поставщику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280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28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DEFPROD-9761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DEFPROD-9761: Новое требование - С/ф на аванс + строка 5Б в с/ф на отгрузку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DEFPROD-8589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DEFPROD-8589: Ошибка функциональности - Реализовать контроль по организации в ЗНО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ВАЖНО! Высокие риски. Исключит риски некорректной оплаты (были случаи, описаны в задаче)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1200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DEV-16726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DEV-16726: Разработка - Реализовать алгоритм расчета отсрочки End of month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ВАЖНО! 1. Рост среднего количества отсрочки ~+2 дня, положительный эффект на DPO;
2. Накопление денежных средств для размещения: доход ~ 125 млн. руб/мес; 
3. Упрощение подхода прогнозирования ликвидности по дням (уход от ручной корректировки платежных реестров); 
4. Отсутствие просрочки на конец месяца (репутация к...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возможно в 30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DEV-16909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DEV-16909: Разработка - Разработка: INT получатель: Получение из SAP HR в 1С:ТОиР данных по сотрудникам (Физические лица)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73152"/>
            <a:ext cx="2148840" cy="7924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040" y="109728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(4/46)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85800"/>
          <a:ext cx="10469880" cy="5806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777240"/>
                <a:gridCol w="3429000"/>
                <a:gridCol w="3246120"/>
                <a:gridCol w="1097280"/>
                <a:gridCol w="1508760"/>
              </a:tblGrid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DEFPROD-10024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DEFPROD-10024: Ошибка функциональности - ГКЧ_Правила заполнения реквизита Стоимость в отчете по перевозкам по собственным перевозкам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27 релиз, Добавил связана с DEV-16980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DEFPROD-10678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DEFPROD-10678: Ошибка функциональности - Необходимо создать загрузчик для загрузки информации по наемным перевозкам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согласование QA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DEV-540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DEV-540: Разработка - Доработка актов сверки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28 релиз, Добавил задачу по роботу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DEV-16696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DEV-16696: Разработка - Разработка механизма распределения работ подготовки с производственного участка на птичники по объемам выполненных работ участка подготовки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Банников Юрий</a:t>
                      </a:r>
                      <a:r>
                        <a:rPr sz="1100" b="1">
                          <a:solidFill>
                            <a:srgbClr val="FF0000"/>
                          </a:solidFill>
                          <a:latin typeface="Calibri"/>
                        </a:rPr>
                        <a:t>
Критичная!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DEFPROD-10122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DEFPROD-10122: Ошибка функциональности - Проведение первички на сумму 2 ранее созданных заказов и отраженных по ним резервам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DEFPROD-10706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DEFPROD-10706: Ошибка функциональности - Проблема с отсутствием остатков - если документ создается месяцем следующем за текущим, то при его удалении или перемещении в другой период у нас слетают остатки по бухгалтерским счетам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разработана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DEFPROD-8865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DEFPROD-8865: Ошибка функциональности - При формировании ЗНО по договорам аренды/лизинга не учитываются документы по изменению условий договора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ВАЖНО! Риск оплаты с некорректной ставкой НДС+ручные корректировки автоматических заявок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 работе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73152"/>
            <a:ext cx="2148840" cy="7924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040" y="109728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(5/46)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85800"/>
          <a:ext cx="10469880" cy="5806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777240"/>
                <a:gridCol w="3429000"/>
                <a:gridCol w="3246120"/>
                <a:gridCol w="1097280"/>
                <a:gridCol w="1508760"/>
              </a:tblGrid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DEFPROD-6273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DEFPROD-6273: Ошибка функциональности - При создании документа "Корректировка задолженности по фин. инструментам" не подтянулись "Подразделение" и "Аналитика расходов"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36 релиз, подбирать руками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DEFPROD-9555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DEFPROD-9555: Ошибка функциональности - При распределении расходов по алгоритму 3 суммарно по всем птичникам набежало разницы округлений на 263 кг, необходимо распределить округления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 релиз, ок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DEFPROD-10307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DEFPROD-10307: Ошибка функциональности - При проведении документа Ввод начальных остатков РГ-00001311 не формируются записи в регистр Реклассифицированные партии товаров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28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DEFPROD-10203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DEFPROD-10203: Ошибка функциональности - При копировании документа внутреннее потребление не переопределяется статья затрат по мэппингу номенклатуры по группе</a:t>
                      </a:r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 – реализовано в УПП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30--?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DEFPROD-10238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DEFPROD-10238: Ошибка функциональности - После закрытия месяца исчезают записи в РН Прочие расходы и проводки Д91.02К01.09 (ITSM 1778098)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29--? релиз, Адиль - актуальность задачи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DEFPROD-8675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DEFPROD-8675: Ошибка функциональности - По некоторым СФ выданный ШК не выгружаются в ОТ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уточнить требования релиз, уточнить актуальность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DEFPROD-9119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DEFPROD-9119: Ошибка функциональности - План-фактный анализ оплат и начислений по аренде_Доступ?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36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73152"/>
            <a:ext cx="2148840" cy="7924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040" y="109728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(6/46)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85800"/>
          <a:ext cx="10469880" cy="5806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777240"/>
                <a:gridCol w="3429000"/>
                <a:gridCol w="3246120"/>
                <a:gridCol w="1097280"/>
                <a:gridCol w="1508760"/>
              </a:tblGrid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DEFPROD-10615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DEFPROD-10615: Новое требование - План оплат_доработки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ВАЖНО! Позволит пользоваться отчетом без ручной корректировки. Цель отчета - подача плана расхода ДС на ежемесячной основе для планирования ликвидности компании. Риски некорректного прогнозирования. Сейчас план собираем только исходя из статистики, т.к. бизнес отказывается собирать его вручную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28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DEFPROD-9275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DEFPROD-9275: Дефект интеграции - Ошибки заполнения реквизитов Начисления ЕНП из SAP HR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DEFPROD-10756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DEFPROD-10756: Ошибка функциональности - Ошибка функционала Заказ на производства -финального Этапа. Участок подготовки птичников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30--? релиз, ок</a:t>
                      </a:r>
                      <a:r>
                        <a:rPr sz="1100" b="1">
                          <a:solidFill>
                            <a:srgbClr val="FF0000"/>
                          </a:solidFill>
                          <a:latin typeface="Calibri"/>
                        </a:rPr>
                        <a:t>
Критичная!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DEFPROD-9222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DEFPROD-9222: Ошибка функциональности - Ошибка формирования документа ЗНО.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Автоматизация формирования заявок на оплату по зарплате, снижение трудозатрат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релиз, поенять ответственного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DEFPROD-10278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DEFPROD-10278: Разработка - Ошибка при формировании резервов по сомнительным долгам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 релиз, БерингПро
Володя QA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DEFPROD-10137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DEFPROD-10137: Ошибка функциональности - Ошибка при заполненении статья затрат в документе внутреннее потребление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уточнить актуальность релиз, уточнить актуальность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DEFPROD-10009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DEFPROD-10009: Ошибка функциональности - Ошибка при выполнении "Проверки" и "Выгрузки" регламентированной бух. отчетности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технич.ошибка, дополнительное описание не требуетс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30--? релиз, технич.ошибка, дополнительное описание не требуетс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73152"/>
            <a:ext cx="2148840" cy="7924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040" y="109728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(7/46)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85800"/>
          <a:ext cx="10469880" cy="5806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777240"/>
                <a:gridCol w="3429000"/>
                <a:gridCol w="3246120"/>
                <a:gridCol w="1097280"/>
                <a:gridCol w="1508760"/>
              </a:tblGrid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DEFPROD-8766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DEFPROD-8766: Ошибка функциональности - Отчет для выделения ПУПЛ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 релиз, поменять приоритет, релиз вендора?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DEFPROD-10698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DEFPROD-10698: Ошибка функциональности - Отчет Себестоимость птицы на убой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Лучше поднять до 28 взамен DEFPROD-10741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30--? релиз, Лучше поднять до 28 взамен DEFPROD-10741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DEFPROD-10699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DEFPROD-10699: Ошибка функциональности - Отчет Себестоимость птицы на убой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Лучше поднять до 28 взамен DEFPROD-10740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30--? релиз, Лучше поднять до 28 взамен DEFPROD-10740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DEFPROD-9990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DEFPROD-9990: Новое требование - Отчет ГП по SKU добавить суммы к возвратам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 работе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DEFPROD-8398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DEFPROD-8398: Ошибка функциональности - Отражение списаний ДС в учёте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уточнить требования релиз, отложить, либо переформулировать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48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DEFPROD-10527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DEFPROD-10527: Новое требование - Операции по эквайрингу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DEFPROD-10444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DEFPROD-10444: Новое требование - ОЦО_Договор аренды (лизинга)_Статья ДДС_ВГО  ITSM 2038563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36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73152"/>
            <a:ext cx="2148840" cy="7924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040" y="109728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(8/46)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85800"/>
          <a:ext cx="10469880" cy="5806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777240"/>
                <a:gridCol w="3429000"/>
                <a:gridCol w="3246120"/>
                <a:gridCol w="1097280"/>
                <a:gridCol w="1508760"/>
              </a:tblGrid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DEFPROD-10429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DEFPROD-10429: Новое требование - ОЦО - Изменение условий договора аренды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36 релиз, потенц проблема - статус договора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DEFPROD-7786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DEFPROD-7786: Ошибка функциональности - Нет возможности удалить документ Сторно, созданного на основании документа "Перемещение товаров" с признаком "Регистрация недостачи до разбора"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уточнить требования релиз, уточнить актуальность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52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DEFPROD-4469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DEFPROD-4469: Ошибка функциональности - Необходимо исключить из выпуска внутренние и внешние возвраты (DEV-492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уточнить актуальность у Ирины Амелиной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1200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уточнить актуальность релиз, уточнить актуальность у Ирины Амелиной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DEFPROD-10125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DEFPROD-10125: Новое требование - Необходимо доработать обработку "Перенос свободных лимитов" в документе Корректировка планов и лимитов в аналогичном формате, как у обработки "Перенос из другого Организации/Проекта/Статьи"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700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DEFPROD-10308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DEFPROD-10308: Ошибка функциональности - Некорректные проводки по затратным счетам и 60.НП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55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DEFPROD-8148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DEFPROD-8148: Ошибка функциональности - Некорректное отражение расходов при покупке билетов через тревел агента в части ЕСХН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28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56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TEAMSTASKS-13881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TEAMSTASKS-13881: Задача - Не работает пересчет в ед. отчетов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задача несложная (посмотреть почему не работает пересчет ед. измерения), прошу перенести в 26 (было 33)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73152"/>
            <a:ext cx="2148840" cy="7924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040" y="109728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(9/46)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85800"/>
          <a:ext cx="10469880" cy="5806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777240"/>
                <a:gridCol w="3429000"/>
                <a:gridCol w="3246120"/>
                <a:gridCol w="1097280"/>
                <a:gridCol w="1508760"/>
              </a:tblGrid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57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DEFPROD-10357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DEFPROD-10357: Ошибка функциональности - Не проставилось направление деятельности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согласование, 29--? релиз, к 26.06</a:t>
                      </a:r>
                      <a:r>
                        <a:rPr sz="1100" b="1">
                          <a:solidFill>
                            <a:srgbClr val="FF0000"/>
                          </a:solidFill>
                          <a:latin typeface="Calibri"/>
                        </a:rPr>
                        <a:t>
Критичная!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DEFPROD-2819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DEFPROD-2819: Ошибка функциональности - Не происходит автоматическое  закрытие авансов выданных поставщикам(сч.60.02)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250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DEFPROD-7283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DEFPROD-7283: Ошибка функциональности - Не заполняется строка 042 аморт.премия 10% в декларации по прибыли в автоматическом режиме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36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DEFPROD-7266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DEFPROD-7266: Ошибка функциональности - Начисление имущественных налогов в случае изменения подразделения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DEFPROD-10224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DEFPROD-10224: Новое требование - Настройка распределения расходов при закрытии месяца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согласование QA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DEFPROD-10703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DEFPROD-10703: Ошибка функциональности - Направление деятельности по умолчанию не заполняется в документе Поступление безналичных ДС по операции возврат налогов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DEFPROD-7592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DEFPROD-7592: Ошибка функциональности - НД в документе "Корректировка задолженности" по счету 98.05 и субконто Вид субсидий по счету 76.СБ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73152"/>
            <a:ext cx="2148840" cy="7924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040" y="109728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(10/46)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85800"/>
          <a:ext cx="10469880" cy="5806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777240"/>
                <a:gridCol w="3429000"/>
                <a:gridCol w="3246120"/>
                <a:gridCol w="1097280"/>
                <a:gridCol w="1508760"/>
              </a:tblGrid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DEFPROD-5061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DEFPROD-5061: Дефект интеграции - Мэппинг орг структуры 1С и SAP HR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28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DEFPROD-9822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DEFPROD-9822: Новое требование - Методология учета субсидий ведется через статью активов/пассивов не предусматривает отражение в НУ, необходимо согласовать новую модель учета субсидий, чтобы операции отражались в НУ.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DEFPROD-10273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DEFPROD-10273: Ошибка функциональности - Корректировка справок-расчетов по имущестуенным налогам и начисление ЕНП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DEFPROD-10396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DEFPROD-10396: Ошибка функциональности - Корректировка проводок по неотфактуровкам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 работе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68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DEFPROD-10185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DEFPROD-10185: Ошибка функциональности - Корректировка приобретения со ссылкой на первичный документ для номенклатуры с типом работа Вид корректировки по согласованию сторон Тип корректировки Корректировка по товарам и услугам статья расходов должна определяться по мэппинг ГЧ_МэппингСтатьяРасходовПоГруппеНоменклатуры, должно быть заполнено назначение на основании ограничительной матрицы, должен быть установлен признак Списать на расходы (чтобы не корректировалось количество работ в запасе)</a:t>
                      </a:r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 – реализовано в УПП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30--? релиз, к 22.07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DEFPROD-10530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DEFPROD-10530: Ошибка функциональности - Корректировка макета справки-расчета по водному налогу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DEFPROD-9938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DEFPROD-9938: Ошибка функциональности - Корректировка алгоритма передачи документа "Внутреннее потребление" АСУ АТП - РЕГЛ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согласование QA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73152"/>
            <a:ext cx="2148840" cy="7924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040" y="109728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(11/46)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85800"/>
          <a:ext cx="10469880" cy="5806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777240"/>
                <a:gridCol w="3429000"/>
                <a:gridCol w="3246120"/>
                <a:gridCol w="1097280"/>
                <a:gridCol w="1508760"/>
              </a:tblGrid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DEFPROD-10675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DEFPROD-10675: Новое требование - Как сторнировать избыточные проценты по аренде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DEFPROD-9712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DEFPROD-9712: Ошибка функциональности - Исправить отображение Штрихкодов в списке "Документы продажи" и "Документы закупки" 2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29--?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DEFPROD-10781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DEFPROD-10781: Новое требование - Изменить ширину колонок, чтобы шапка была читаемая, настроить перенос слов по ширине колонки.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36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74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DEFPROD-9454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DEFPROD-9454: Ошибка функциональности - Изменение условий договора аренды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DEFPROD-6717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DEFPROD-6717: Ошибка функциональности - Заявка ITSM 703782 Номер акта передачи ОС в печатной форме документа "Подготовка к передаче ОС"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76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DEFPROD-9784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DEFPROD-9784: Ошибка функциональности - Заполнение банковского счета КА в ЗНО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ВАЖНО! Риск оплаты на неверные реквизиты. Возвраты платежей. Сейчас корректировка только через запрос в ITSM, из-за задержек в ответе на обращения просрачиваем оплаты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77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DEFPROD-9576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DEFPROD-9576: Ошибка функциональности - Доработка по реализации номенклатуры, относящейся к прочей деятельности. Часть 2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73152"/>
            <a:ext cx="2148840" cy="7924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040" y="109728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(12/46)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85800"/>
          <a:ext cx="10469880" cy="5806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777240"/>
                <a:gridCol w="3429000"/>
                <a:gridCol w="3246120"/>
                <a:gridCol w="1097280"/>
                <a:gridCol w="1508760"/>
              </a:tblGrid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78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DEFPROD-9511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DEFPROD-9511: Ошибка функциональности - Доработка печатной формы ОС-15 (ITSM 1392819)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DEFPROD-10435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DEFPROD-10435: Ошибка функциональности - Доработка отчета в части интеграции с MES (доп. варианты)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1400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32--? релиз, нет пока DEV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DEFPROD-10340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DEFPROD-10340: Ошибка функциональности - Доработка макета "БЦ комбикорм онлайн себест (1)" в справочнике Виды цен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Поменяла в YT сложность на (2) - индейка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согласовано, 28--? релиз, Поменяла в YT сложность на (2) - индейка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81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DEV-16951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DEV-16951: Разработка - Доработка интеграционных механизмов ТОиР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ЧТЗ написано, прошу включить в 27 или 28 релиз, тк уже попросил QA выделить разработчика под эту доработку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28--?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82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DEFPROD-10606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DEFPROD-10606: Ошибка функциональности - Доработка интеграционного механизма документа АоВЭР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Связана с DEV-16951 (должны находится в едином релизе, как связанные задачи разработки)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280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28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83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DEFPROD-10605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DEFPROD-10605: Ошибка функциональности - Доработка ТЧ Исполнителей в Актах в ТОиР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Связана с DEV-16951 (должны находится в едином релизе, как связанные задачи разработки). Исключить Связанная с предыдущей задача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28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DEFPROD-9405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DEFPROD-9405: Ошибка функциональности - Доработать функционал документа, который бы выполнял корректно движения по регистрам с учетом логики использования обособления запасов в разрезе направлений деятельности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есть код с ошибками, нужен разраб, в 27 релиз не успеваем, Володи 11.06 - в 28 релиз</a:t>
                      </a:r>
                      <a:r>
                        <a:rPr sz="1100" b="1">
                          <a:solidFill>
                            <a:srgbClr val="FF0000"/>
                          </a:solidFill>
                          <a:latin typeface="Calibri"/>
                        </a:rPr>
                        <a:t>
Критичная!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73152"/>
            <a:ext cx="2148840" cy="7924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040" y="109728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(13/46)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85800"/>
          <a:ext cx="10469880" cy="5806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777240"/>
                <a:gridCol w="3429000"/>
                <a:gridCol w="3246120"/>
                <a:gridCol w="1097280"/>
                <a:gridCol w="1508760"/>
              </a:tblGrid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DEFPROD-6804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DEFPROD-6804: Ошибка функциональности - Доработать реквизит Контроль в справочнике ГЧ_Условия оплаты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Снимет нагрузку с бизнеса и вероятность ошибки при заполнении условий оплаты. Ошибка влияет на дальнейший процесс оплаты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86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DEFPROD-10658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DEFPROD-10658: Ошибка функциональности - Доработать отражение объекта учета в отдельном столбце (Регистр_Цена приобретения реализованного прочего имущества и расходы, связанные с его реализацией")</a:t>
                      </a:r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 – реализовано в УПП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уточнить требования релиз, уточнить требования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87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DEFPROD-9410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DEFPROD-9410: Новое требование - Доработать отборы при формировании реестра платежей вручную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ВАЖНО! Высокие трудозатраты со стороны пользователей на сбор ручного реестра. На обработку реестра по сравнению с УПП уходит на 2 часа больше. Итого суммарно по компаниям пилота +8 часов в неделю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88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DEFPROD-9290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DEFPROD-9290: Новое требование - Доработать контрольную функцию казначейства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ВАЖНО! Высокие трудозатраты со стороны пользователей на поиск ошибок в реестре платежей. На обработку реестра по сравнению с УПП уходит на 2 часа больше. Итого суммарно по компаниям пилота +8 часов в неделю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28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DEV-16688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DEV-16688: Разработка - Доработать документ "Внутреннее потребление"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согласовано, 28--10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DEFPROD-10462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DEFPROD-10462: Ошибка функциональности - Документ Корректировка лимитов остаток бюджета расходится с отчетом по лимитам ГЧ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Ильтубаева Елена, уже сделано</a:t>
                      </a:r>
                      <a:r>
                        <a:rPr sz="1100" b="1">
                          <a:solidFill>
                            <a:srgbClr val="FF0000"/>
                          </a:solidFill>
                          <a:latin typeface="Calibri"/>
                        </a:rPr>
                        <a:t>
Критичная!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DEFPROD-10695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DEFPROD-10695: Ошибка функциональности - Добавить проверки в ПБЗ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согласование QA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73152"/>
            <a:ext cx="2148840" cy="7924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040" y="109728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(14/46)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85800"/>
          <a:ext cx="10469880" cy="5806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777240"/>
                <a:gridCol w="3429000"/>
                <a:gridCol w="3246120"/>
                <a:gridCol w="1097280"/>
                <a:gridCol w="1508760"/>
              </a:tblGrid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92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DEFPROD-10592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DEFPROD-10592: Новое требование - Добавить права профилю Руководитель ЕРЦ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Реализация согласованного бизнес-процесса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93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DEFPROD-6848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DEFPROD-6848: Ошибка функциональности - Добавить контроль на соответствие в ЗНО и СБДС и ПБДС получателя платежа и владельца банковского счета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ВАЖНО! Снижение риска оплат не тому контрагенту (в случае если это бюджетные организации, у которых открыты счета в едином казначействе)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DEFPROD-9603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DEFPROD-9603: Ошибка функциональности - Для корректной детализации по 67 счету необходимо произвести доработки: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уберет ежемесячную ручную корректировку ОСВ для предоставления в банк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уточнить требования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DEFPROD-10134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DEFPROD-10134: Ошибка функциональности - Для Бюджетных контролеров CAPEX настроить отдельный маршрут согласования, разграниченный по организациям. Всем пользователям уведомления должны приходить одновременно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CAPEX Требует проработки не является приоритетом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 релиз, CAPEX Требует проработки не является приоритетом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96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DEFPROD-10262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DEFPROD-10262: Ошибка функциональности - Дефекты при проведении документа "Установка цен номенклатуры"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29--? релиз, Согласна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97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DEFPROD-8098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DEFPROD-8098: Ошибка функциональности - Дефект Отражение начисленных процентов в расходах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98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DEFPROD-9863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DEFPROD-9863: Ошибка функциональности - Дерево себестоимости сохраняется на диск от 15 до 40 минут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280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 релиз, ок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73152"/>
            <a:ext cx="2148840" cy="7924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040" y="109728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(15/46)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85800"/>
          <a:ext cx="10469880" cy="5806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777240"/>
                <a:gridCol w="3429000"/>
                <a:gridCol w="3246120"/>
                <a:gridCol w="1097280"/>
                <a:gridCol w="1508760"/>
              </a:tblGrid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DEFPROD-10628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DEFPROD-10628: Ошибка функциональности - Включать заявки по аккредитиву в автоматический реестр платежей в 9-30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ВАЖНО! Риск необеспечения денежных средств на расчетном счете для погашения платежа по аккредитиву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DEFPROD-9297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DEFPROD-9297: Ошибка функциональности - Взаимозачет задолженности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DEV-15966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DEV-15966: Разработка - Ведомость по учету затрат (текущие затраты и себ-ть птицы на убой)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0000"/>
                          </a:solidFill>
                          <a:latin typeface="Calibri"/>
                        </a:rPr>
                        <a:t>1200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ок</a:t>
                      </a:r>
                      <a:r>
                        <a:rPr sz="1100" b="1">
                          <a:solidFill>
                            <a:srgbClr val="FF0000"/>
                          </a:solidFill>
                          <a:latin typeface="Calibri"/>
                        </a:rPr>
                        <a:t>
Критичная!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DEFPROD-8465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DEFPROD-8465: Ошибка функциональности - В целевом решении необходимо необходимо предусмотреть контроль на уровне обработки по ранее сформированным документам по выпуску кормодней.Переименовать 2-й столбец "Итоги по птичникам "(выделил на скрине) на "Общее. Свод"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27 релиз, ок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DEFPROD-10226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DEFPROD-10226: Ошибка функциональности - В продуктивной базе отчет неверно отрабатывает План-факт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 работе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104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DEFPROD-10301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DEFPROD-10301: Новое требование - В платежных поручениях без галочки «оплата по заявке» заполнение счета получателя не обязательно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Снимет нагрузку по заведению банковского счета в SAP MDG (по вх.п/п и безакцептным платежам он не нужен)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DEFPROD-10780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DEFPROD-10780: Новое требование - В отчете по лимитам прописывать формулу расчета колонок 3, 8, 9, 14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73152"/>
            <a:ext cx="2148840" cy="7924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040" y="109728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(16/46)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85800"/>
          <a:ext cx="10469880" cy="5806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777240"/>
                <a:gridCol w="3429000"/>
                <a:gridCol w="3246120"/>
                <a:gridCol w="1097280"/>
                <a:gridCol w="1508760"/>
              </a:tblGrid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106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DEFPROD-9936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DEFPROD-9936: Ошибка функциональности - В отчет Ведомость ОС DEV-385 не попадают данные из документа Изменение параметров ОС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30--?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107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DEFPROD-9156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DEFPROD-9156: Разработка - В оприходовании излишков товаров подразделение должны быть обязательными для заполнения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 релиз, БерингПро
Володя QA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108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DEFPROD-10789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DEFPROD-10789: Новое требование - В обработке «Подбор планов и лимитов» в верхней части обработки сумму реквизита «Требуется» рассчитывать динамически с учетом уже выбранных строк.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27 релиз, в 27-й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109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DEFPROD-10785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DEFPROD-10785: Новое требование - В заявке на корректировку планов и лимитов функциональную кнопку «Перенос из другого Организации/Проекта/Статьи» переименовать на «Перенести бюджет»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36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110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DEFPROD-10790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DEFPROD-10790: Новое требование - В заявке на корректировку планов и лимитов расширить колонки «Валюта» и «Организация» табличной части «Обеспечить за счёт. В табличной части «Требуется обеспечить» сузить колонку «Покрытие потребности лимитов». Подобрать размер колонок ТЧ «Требуется обеспечить» и «Обеспечить за счет» на уровне текста в этих колонках.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111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DEFPROD-10788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DEFPROD-10788: Новое требование - В документе Заявка на корректировку и Корректировка лимитов при открытии обработки Подбор планов и лимитов сразу открывать гиперссылку всего подобрано.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36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112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DEFPROD-10786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DEFPROD-10786: Новое требование - В документе «Операционный план» на вкладке «Основное» переименовать реквизит «ЦФО» на реквизит «Организация»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36 релиз, отмененить, сделали без доработок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73152"/>
            <a:ext cx="2148840" cy="7924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040" y="109728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(17/46)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85800"/>
          <a:ext cx="10469880" cy="5806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777240"/>
                <a:gridCol w="3429000"/>
                <a:gridCol w="3246120"/>
                <a:gridCol w="1097280"/>
                <a:gridCol w="1508760"/>
              </a:tblGrid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113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DEFPROD-10777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DEFPROD-10777: Новое требование - В документе «Заявка на корректировку планов и лимитов» у «Бюджетодержателя» при нажатии на «Согласование» должны быть кнопки «На согласовании» и «Отменить согласование». Когда он нажимает на кнопку «На согласовании» у Документа «Заявка на корректировку» статус меняется с «Черновик» на «На утверждении». Когда он нажимает «Отменить согласование» статус у документа меняется на «Отменена инициатором». В отчете по лимитам сумма зануляется, не сторнируется. У Бюджетодержателя удалить кнопку «Согласовать». У «Бюджетного контроллера» нет кнопки «На согласовании». Кнопки доступные для данной роли: «Согласовать» и «Отклонить статус». «Отклонить» меняет статус «Заявки на корректировку» на «Отклонена бюджетным контроллером».   В случае нажатия кнопки бюджетным контроллером «Отправить на уточнение» статус «Заявки на корректировки» меняется «Отправлена на уточнение».  В статусе согласования должны быть только вышеописанные статусы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114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DEFPROD-10778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DEFPROD-10778: Новое требование - В документе «Заявка на корректировку планов и лимитов» и Корректировка планов и лимитов в подборе планов и лимитов добавить отбор Аналитика 2. ЦФО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28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115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DEFPROD-10834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DEFPROD-10834: Ошибка функциональности - Амортизация стада - По птичникам, по которым выбытие идет в течение периода, не формируется начисление амортизации стада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29--? релиз, ок</a:t>
                      </a:r>
                      <a:r>
                        <a:rPr sz="1100" b="1">
                          <a:solidFill>
                            <a:srgbClr val="FF0000"/>
                          </a:solidFill>
                          <a:latin typeface="Calibri"/>
                        </a:rPr>
                        <a:t>
Критичная!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DEFPROD-8345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DEFPROD-8345: Ошибка функциональности - Алгоритм 21, проанализировать ситуацию с документом "Распределение материалов и работ" для подразделения "производственный участок ЦИ Ишалино"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нужно 2 часа Адиль + разраб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DEFPROD-9483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DEFPROD-9483: Ошибка функциональности - Авторасчет долгосрочной задолженности по аренде 76.07.Д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118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DEFPROD-10422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DEFPROD-10422: Ошибка функциональности - ITSM 1967745 Оптимизация времени формирования cписка регламентных операций по закрытию месяца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1200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28 релиз, в 28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119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DEFPROD-10315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DEFPROD-10315: Ошибка функциональности - ITSM 1841216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73152"/>
            <a:ext cx="2148840" cy="7924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040" y="109728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(18/46)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85800"/>
          <a:ext cx="10469880" cy="5806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777240"/>
                <a:gridCol w="3429000"/>
                <a:gridCol w="3246120"/>
                <a:gridCol w="1097280"/>
                <a:gridCol w="1508760"/>
              </a:tblGrid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120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DEFPROD-10209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DEFPROD-10209: Ошибка функциональности - ITSM 1760268 Оптимизация времени формирования Распределения материалов и работ по кнопке Распределить по данным птицеводства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0000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30--? релиз, ок</a:t>
                      </a:r>
                      <a:r>
                        <a:rPr sz="1100" b="1">
                          <a:solidFill>
                            <a:srgbClr val="FF0000"/>
                          </a:solidFill>
                          <a:latin typeface="Calibri"/>
                        </a:rPr>
                        <a:t>
Критичная!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121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DEFPROD-10807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DEFPROD-10807: Ошибка функциональности - FTR-12007_АМО РС к Пилоту (RTR_выращивание)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1200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 релиз, ок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122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DEFPROD-10816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DEFPROD-10816: Ошибка функциональности - FTR-11850_ППК_выпуск продукции в разрезе аналитик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Критичный, большая трудоемкость в закрытие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0000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27 релиз</a:t>
                      </a:r>
                      <a:r>
                        <a:rPr sz="1100" b="1">
                          <a:solidFill>
                            <a:srgbClr val="FF0000"/>
                          </a:solidFill>
                          <a:latin typeface="Calibri"/>
                        </a:rPr>
                        <a:t>
Критичная!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123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DEFPROD-10817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DEFPROD-10817: Ошибка функциональности - FTR-11837_Правило распр.Халяль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Критичный, большая трудоемкость в закрытие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27 релиз</a:t>
                      </a:r>
                      <a:r>
                        <a:rPr sz="1100" b="1">
                          <a:solidFill>
                            <a:srgbClr val="FF0000"/>
                          </a:solidFill>
                          <a:latin typeface="Calibri"/>
                        </a:rPr>
                        <a:t>
Критичная!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124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DEFPROD-10808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DEFPROD-10808: Ошибка функциональности - FTR-10833 _АМО РС_отчет_к Пилоту (RTR_выращивание)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релиз, ок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125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DEFPROD-10680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DEFPROD-10680: Ошибка функциональности - DEV-387 не подтягивается работа на подразделении получаете в ТЧ партии в документе распределение материалов и работ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0000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27 релиз</a:t>
                      </a:r>
                      <a:r>
                        <a:rPr sz="1100" b="1">
                          <a:solidFill>
                            <a:srgbClr val="FF0000"/>
                          </a:solidFill>
                          <a:latin typeface="Calibri"/>
                        </a:rPr>
                        <a:t>
Критичная!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126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DEFPROD-7692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DEFPROD-7692: Ошибка функциональности - 702 регл в документе "Регламентная операция" с типом операции "Закрытие года" в проводках бу, ну, пр и вр по счету 99.01.1 не заполняет субконто "Варианты налогообложения прибыли". Должно быть значение "Общие условия налогообложения"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73152"/>
            <a:ext cx="2148840" cy="7924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040" y="109728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(19/46)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85800"/>
          <a:ext cx="10469880" cy="5806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777240"/>
                <a:gridCol w="3429000"/>
                <a:gridCol w="3246120"/>
                <a:gridCol w="1097280"/>
                <a:gridCol w="1508760"/>
              </a:tblGrid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127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DEFPROD-3875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DEFPROD-3875: Ошибка функциональности - 702 PredProd REGL (ПТ)_некорректный расчет Амортизации стада при  переводе птицы РС на другие площадки_Полный и частичный перевод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Лучше поднять до 28 взамен на DEFPROD-10742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0000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30--? релиз, Лучше поднять до 28 взамен на DEFPROD-10742</a:t>
                      </a:r>
                      <a:r>
                        <a:rPr sz="1100" b="1">
                          <a:solidFill>
                            <a:srgbClr val="FF0000"/>
                          </a:solidFill>
                          <a:latin typeface="Calibri"/>
                        </a:rPr>
                        <a:t>
Критичная!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128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DEFPROD-10018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DEFPROD-10018: Новое требование - 1.  добавляем колонку остаток бюджета в ТЧ обеспечить за счет     2. если после пересчета в ТЧ обеспечить за счет по какой-либо из строк не хватает бюджета подсвечивать соответствующую строку ТЧ требуется обеспечить (красным)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129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DEV-370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DEV-370: Разработка - Сторнирование формирования книги покупок, отражение фактур и НДС при агентской схеме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130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DEV-374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DEV-374: Разработка - Автоматизация расчета и заполнения декларации по ЕСХН (декларация)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28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131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DEV-567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DEV-567: Разработка - Функциональность по раздельному учету СХ и отчет "Регистр_Расчет доли дохода от основной деятельности и прочего вида деятельности (по номенклатуре/ОКПД2)"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Вика Молчанова 1-ая часть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132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DEV-575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DEV-575: Разработка - Автоматизация статистической отчетности по биологическим активам: П-1 СХ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28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133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DEV-579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DEV-579: Разработка - Автоматизация статистического ежемесячного отчета 1-цены производителей, все сегменты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28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73152"/>
            <a:ext cx="2148840" cy="7924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040" y="109728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(20/46)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85800"/>
          <a:ext cx="10469880" cy="5806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777240"/>
                <a:gridCol w="3429000"/>
                <a:gridCol w="3246120"/>
                <a:gridCol w="1097280"/>
                <a:gridCol w="1508760"/>
              </a:tblGrid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134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DEV-580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DEV-580: Разработка - Автоматизация статистического ежемесячного отчета 2-цены приобретения, все сегменты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DEV-16335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DEV-16335: Разработка - Автоматизация статистического ежеквартального отчета П-2, все сегменты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28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136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DEV-16336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DEV-16336: Разработка - Автоматизация статистических форм П-3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согласование РФН, 28--3 релиз, Базис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137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DEV-16337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DEV-16337: Разработка - Автоматизация статистических форм П-6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согласование РФН, даны замечания, 28--4 релиз, Базис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138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DEV-16381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DEV-16381: Разработка - Автоматизация статистического ежеквартального отчета 5-з, все сегменты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139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DEV-428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DEV-428: Разработка - Отчет "Разницы между НУ и БУ за заданный период (БУ/НУ/ВР/ПР)"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280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29--? релиз, 29 релиз - Маша Алешиина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140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DEV-16000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DEV-16000: Разработка КШД - INT КШД: Передача результатов бюджетного контроля заказов поставщику из 1С:ERP.УХ Мичурин Регл в 1С:ERP.УХ Мичурин Корп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проверить актуальность релиз, проверить актуальность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73152"/>
            <a:ext cx="2148840" cy="7924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040" y="109728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(21/46)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85800"/>
          <a:ext cx="10469880" cy="5806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777240"/>
                <a:gridCol w="3429000"/>
                <a:gridCol w="3246120"/>
                <a:gridCol w="1097280"/>
                <a:gridCol w="1508760"/>
              </a:tblGrid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141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DEFPROD-10536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DEFPROD-10536: HotFix-расширение - Необходимо уточнить формулу расчета «Заявлено» = &lt;Текущая формула&gt; -  &lt;СуммаЗаказаУтвержденная&gt;.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связан с DEFPROD-10815 реализация в 26-й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 релиз, связан с DEFPROD-10815 реализация в 26-й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142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DEFPROD-9847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DEFPROD-9847: Ошибка функциональности - ЗаказПоставщику_Добавление функции заполнения аналитик по плану закупок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143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DEFPROD-10915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DEFPROD-10915: Ошибка функциональности - Разработать отчет по онлайн себестоимости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1200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 релиз, ок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144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DEFPROD-10904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DEFPROD-10904: Ошибка функциональности - Распределение материалов и работ в части НЗП (остатков прошлого месяца)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31--? релиз, ок</a:t>
                      </a:r>
                      <a:r>
                        <a:rPr sz="1100" b="1">
                          <a:solidFill>
                            <a:srgbClr val="FF0000"/>
                          </a:solidFill>
                          <a:latin typeface="Calibri"/>
                        </a:rPr>
                        <a:t>
Критичная!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DEFPROD-10840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DEFPROD-10840: Ошибка функциональности - Не отрабатывает "Регламентное и фоновое задание V1.11" по зеркалированию в 701 Корп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Из списка ошибок IC / OTC. Обращаю внимание - вручную пользователь не сможет привязать Тип цен поставщика во встречной карточке договора, если не допишут алгоритм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146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FTR-7065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FTR-7065: разработка - Отчет БДДС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147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FTR-7063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FTR-7063: разработка - Консолидация ДДС за день/месяц по сегментам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73152"/>
            <a:ext cx="2148840" cy="7924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040" y="109728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(22/46)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85800"/>
          <a:ext cx="10469880" cy="5806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777240"/>
                <a:gridCol w="3429000"/>
                <a:gridCol w="3246120"/>
                <a:gridCol w="1097280"/>
                <a:gridCol w="1508760"/>
              </a:tblGrid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148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FTR-7577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FTR-7577: разработка - Отчет план/факт ДДС + заявки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149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FTR-7074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FTR-7074: разработка - Отчет по ВКЗ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150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FTR-7057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FTR-7057: разработка - Отчет по займам ВГО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151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FTR-7072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FTR-7072: разработка - Отчет по импортным контрактам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152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FTR-7126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FTR-7126: разработка - Отчет по кредитным договорам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153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FTR-7110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FTR-7110: разработка - Отчет по процентам комиссиям ЮЛ (уплаченные, начисленные)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154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FTR-7099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FTR-7099: разработка - Отчет по экспортным контрактам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снятие ручного труда за счет автоматизации формирования отчета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73152"/>
            <a:ext cx="2148840" cy="7924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040" y="109728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(23/46)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85800"/>
          <a:ext cx="10469880" cy="5806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777240"/>
                <a:gridCol w="3429000"/>
                <a:gridCol w="3246120"/>
                <a:gridCol w="1097280"/>
                <a:gridCol w="1508760"/>
              </a:tblGrid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155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DEFPROD-10369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DEFPROD-10369: Ошибка функциональности - ITSM 1928849 УМК_Оптимизация внесения данных по базам распределения и внесение данных по кормодням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31--? релиз, RAID</a:t>
                      </a:r>
                      <a:r>
                        <a:rPr sz="1100" b="1">
                          <a:solidFill>
                            <a:srgbClr val="FF0000"/>
                          </a:solidFill>
                          <a:latin typeface="Calibri"/>
                        </a:rPr>
                        <a:t>
Критичная!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156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DEFPROD-10927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DEFPROD-10927: Ошибка функциональности - Формировать часть баз распределения в фоновом режиме (через рег.задание)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0000"/>
                          </a:solidFill>
                          <a:latin typeface="Calibri"/>
                        </a:rPr>
                        <a:t>1200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31--? релиз, к 28.08</a:t>
                      </a:r>
                      <a:r>
                        <a:rPr sz="1100" b="1">
                          <a:solidFill>
                            <a:srgbClr val="FF0000"/>
                          </a:solidFill>
                          <a:latin typeface="Calibri"/>
                        </a:rPr>
                        <a:t>
Критичная!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157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DEFPROD-10933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DEFPROD-10933: Ошибка функциональности - DEFPROD-10933: Задвоение стоимости выручки и себестоимости при выводе по регистратору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Прошу привязать к Релизу 28, в YT изменила приоритет на Высокий. У пользователей нет инструмента контроля.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30--?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158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DEFPROD-10939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DEFPROD-10939: Ошибка функциональности - DEFPROD-10939: Списание расхождений между поступлением и приобретением в УМК не должно быть суммы по кредиту в НУ, так как в УМК используется УСН(ЕСХН)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уточнить требования релиз, уточнить, на что влияет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159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DEFPROD-10940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DEFPROD-10940: Ошибка функциональности - В документах оперконтура ограничивать использование складов, которые относятся к другой организации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DEFPROD-10842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DEFPROD-10842: Ошибка функциональности - Некорректная отработка (В АРМ Построчное согласование согласующему необходимо перед согласованием плана закупок обновлять форму) - необходимо исправить. согласование должно происходить без обновление формы.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Подтверждение Володей</a:t>
                      </a:r>
                      <a:r>
                        <a:rPr sz="1100" b="1">
                          <a:solidFill>
                            <a:srgbClr val="FF0000"/>
                          </a:solidFill>
                          <a:latin typeface="Calibri"/>
                        </a:rPr>
                        <a:t>
Критичная!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DEFPROD-10921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DEFPROD-10921: Ошибка функциональности - При создании документа заявка на корректировку лимитов на основании заказа поставщику не блокируется повторное создание заявки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ХотФикс, подтвердить Володей</a:t>
                      </a:r>
                      <a:r>
                        <a:rPr sz="1100" b="1">
                          <a:solidFill>
                            <a:srgbClr val="FF0000"/>
                          </a:solidFill>
                          <a:latin typeface="Calibri"/>
                        </a:rPr>
                        <a:t>
Критичная!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73152"/>
            <a:ext cx="2148840" cy="7924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040" y="109728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(24/46)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85800"/>
          <a:ext cx="10469880" cy="5806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777240"/>
                <a:gridCol w="3429000"/>
                <a:gridCol w="3246120"/>
                <a:gridCol w="1097280"/>
                <a:gridCol w="1508760"/>
              </a:tblGrid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162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DEFPROD-4401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DEFPROD-4401: Ошибка функциональности - 701/ 702 Заказ поставщику. Условия оплаты.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ВАЖНО! Есть риски оплаты в некорректные сроки: позже срока - претензии от контаргента, раньше срока - отток свободной ликвидности, негативный эффект на DPO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163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DEFPROD-5257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DEFPROD-5257: Ошибка функциональности - 702 регл_Доработать ПТУ: добавить проведение по РН Партии НДС к распределению, если ТЧ Подразделение-получатель Тип расходов равно "Административные расходы"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DEFPROD-6271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DEFPROD-6271: Ошибка функциональности - Дефект разбора банковской выписки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ВАЖНО! Снимет ежедневные трудозатраты по ручному разбору банковской выписки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165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DEFPROD-7650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DEFPROD-7650: Ошибка функциональности - Слетает добавленная вручную информация в описании платежа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ВАЖНО! Снимет трудозатраты с бизнеса по корректировки ЗНО через поддержку, учитывая задержки в ответах от поддержки есть риски оплаты с невперным назначением платежа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 релиз, в работе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166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DEFPROD-7954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DEFPROD-7954: Ошибка функциональности - Реализовать уведомления инициаторам заявок на оплату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Упростит работу с заявками для инициаторов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167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DEFPROD-8590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DEFPROD-8590: Ошибка функциональности - Сделать статью ДДС обязательный реквизитом в ЗНО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ВАЖНО! Важно для платежного процесса, заявки без статьи идут по кривым маршрутам согласования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28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168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DEFPROD-9229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DEFPROD-9229: Ошибка функциональности - Сделать контроль: в случае проставлении галочки "перечисление в бюджет" в документе ЗНО не проводить ЗНО без заполнения реквизитов: КБК, ОКТМО, УИН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Снимет нагрузку с ЕРЦ по вводу реквизитов в момент оплаты. Заявка до платжного дня должна быть полностью готова к оплате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73152"/>
            <a:ext cx="2148840" cy="7924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040" y="109728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(25/46)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85800"/>
          <a:ext cx="10469880" cy="5806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777240"/>
                <a:gridCol w="3429000"/>
                <a:gridCol w="3246120"/>
                <a:gridCol w="1097280"/>
                <a:gridCol w="1508760"/>
              </a:tblGrid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DEFPROD-9289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DEFPROD-9289: Ошибка функциональности - Контроль соответствия даты в "ожидает исполнения" и даты платежа в ЗНО для исключения ситуаций, описанных в приложенном письме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Уберет двоякость в понимании сроков оплаты, дата платежа должна быть одна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170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DEFPROD-9430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DEFPROD-9430: Ошибка функциональности - Реестры платежей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Устранение ошибок в работе типового инструмента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171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DEFPROD-9917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DEFPROD-9917: Новое требование - Необходимо при отражении документа в Начисление дивидендов в проводке Дт 84.01 Кт 75.02 заполнять направление деятельности из регистра Значения по умолчанию для организаций (201 Курица)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172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DEFPROD-10186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DEFPROD-10186: Ошибка функциональности - Некорректные проводки по возвратам товаров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173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DEFPROD-10295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DEFPROD-10295: Ошибка функциональности - Скорректировать алгоритм заполнения назначение платежа по оплате поставщику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ВАЖНО! Поставщики получают платежи с некорректным назначением платежа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174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DEFPROD-10679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DEFPROD-10679: Новое требование - DEV-492 Ограничение на ввод коэффициентов (ТЕ и доля мясосырья) для подразделений другой площадки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согласование, 29--? релиз, к 26.06</a:t>
                      </a:r>
                      <a:r>
                        <a:rPr sz="1100" b="1">
                          <a:solidFill>
                            <a:srgbClr val="FF0000"/>
                          </a:solidFill>
                          <a:latin typeface="Calibri"/>
                        </a:rPr>
                        <a:t>
Критичная!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175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DEFPROD-10813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DEFPROD-10813: Новое требование - В документ корректировка лимитов добавить механизм закрытия отрицательных остатков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28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73152"/>
            <a:ext cx="2148840" cy="7924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040" y="109728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(26/46)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85800"/>
          <a:ext cx="10469880" cy="5806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777240"/>
                <a:gridCol w="3429000"/>
                <a:gridCol w="3246120"/>
                <a:gridCol w="1097280"/>
                <a:gridCol w="1508760"/>
              </a:tblGrid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176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DEFPROD-10819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DEFPROD-10819: Ошибка функциональности - 702_регл_Не подтверждена ставка НДС 0% - ошибка создания документа "Счет-фактура на неподтвержденную реализацию 0%"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27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177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DEFPROD-10849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DEFPROD-10849: Ошибка функциональности - Техническая ошибка при выполнении регламентного задания по ежедневному расчету онлайн себестоимости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лучше в 27 взамен DEFPROD-10422  . Если расчет онлайн себестоимости выполняется вручную запуском обработки закрытие месяца, то ошибки не возникает. Лучше через регламентное задание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27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178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DEFPROD-10869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DEFPROD-10869: Ошибка функциональности - В форме подбора планов и лимитов некорректно отображаются отборы в документах: Заявка на корректировку и Корректировка планов и лимитов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28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179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DEFPROD-9604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DEFPROD-9604: Ошибка функциональности - При зачете фактического платежа, если была осуществлена переплата, то должны производиться корректировки по графику плановому.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Даст наличие в системе корректного графика платежей, который будет соовтетствовать графику банка. Исключит риск переплаты (сейчас сумма редактируется вручную)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уточнить требования релиз, проговорить в БЭ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DEFPROD-1614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DEFPROD-1614: Новое требование - В документе "Прочие оприходования" не подставляется реквизит "Цена". Уточнить алгоритм формирования и подстановки цены в документ.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ок. Определяется по Виду цены.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DEFPROD-3937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DEFPROD-3937: Ошибка функциональности - Необходимо предусмотреть уведомления для профиля "Бухгалтер по налоговому учету" в группе расчетов прочих налогов о постановке ОС (недвижимость, тс, зу) на учет с адресом и организацией</a:t>
                      </a:r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 – реализовано в УПП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182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DEFPROD-4335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DEFPROD-4335: Ошибка функциональности - В Этапах универсального процесса необходимо на активном этапе (синим) также отображать пользователя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 системе будет корректный и прозрачный маршрут согласования. понятный пользователям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73152"/>
            <a:ext cx="2148840" cy="7924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040" y="109728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(27/46)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85800"/>
          <a:ext cx="10469880" cy="5806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777240"/>
                <a:gridCol w="3429000"/>
                <a:gridCol w="3246120"/>
                <a:gridCol w="1097280"/>
                <a:gridCol w="1508760"/>
              </a:tblGrid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183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DEFPROD-4462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DEFPROD-4462: Ошибка функциональности - Дефект реестра платежей (отчет по лимитам) - часть 2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Возможность посмотреть как тот или иной реестр платежей повляет на отклонение от плана. Сейчас это контролируется руками в экселе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184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DEFPROD-4686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DEFPROD-4686: Ошибка функциональности - Обновление версий и договоров (автоЗНО)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Устранение разночтений между карточкой договора и версией договора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185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DEFPROD-5641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DEFPROD-5641: Ошибка функциональности - Реализовать процесс ведения БДДС в системе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проанализировать Осиповой в системе. Скорее всего Тираж.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уточнить требования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186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DEFPROD-6026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DEFPROD-6026: Ошибка функциональности - Добавить групповое изменение банковского счета получателя в ЗНО в документе реестр платежей</a:t>
                      </a:r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 – реализовано в УПП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Оптимизация времени работы с реестром. На изменение одной заявки вручную уходит 1,5 минуты.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187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DEFPROD-6290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DEFPROD-6290: Ошибка функциональности - Ошибка заполнения реквизита "Тип договора" в системе-приемнике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Корректная классификация договора с точки зрения учета казначейства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188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DEFPROD-6435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DEFPROD-6435: Ошибка функциональности - Автоматизация процесса в части заполнения операций по СМР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189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DEFPROD-6703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DEFPROD-6703: Новое требование - АвтоЗНО страны ЕАЭС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Расширение категорий для автоЗНО, уменьшение ручного труда на создание ЗНО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73152"/>
            <a:ext cx="2148840" cy="7924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040" y="109728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(28/46)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85800"/>
          <a:ext cx="10469880" cy="5806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777240"/>
                <a:gridCol w="3429000"/>
                <a:gridCol w="3246120"/>
                <a:gridCol w="1097280"/>
                <a:gridCol w="1508760"/>
              </a:tblGrid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190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DEFPROD-10779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DEFPROD-10779: Новое требование - В журнале «Заявки на корректировку планов и лимитов» и «Корректировки планов и лимитов» добавить отбор «OPEX/CAPEX» на место фильтра «Требуется ЦФО». Добавить в список значений с перечислением CAPEX или OPEX.  CAPEX отбирает документы, в которых поле «Проект» заполнено значением на вкладке Параметры. OPEX, когда поле Проект отключено на вкладке Параметры. Добавить фильтры Обеспечить за счет.Проект,  Требуется.Проект, Обеспечить за счет ЦФО по аналогии с журналом «Корректировки планов и лимитов»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 релиз, Сделать вместе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191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DEFPROD-10784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DEFPROD-10784: Новое требование - При обновнолении/пересчете документа обновлять статус в документе заявка на корректировку планов и лимитов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 релиз, Сделать вместе 2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192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DEFPROD-7774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DEFPROD-7774: Ошибка функциональности - В рамках одной заявки на расходы денежных средств инициатор не должен совпадать с согласующим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Обеспечение соблюдения требований внутреннего контроля. Риск - создание и согласование ЗНО одним лицом без доп контроля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193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DEFPROD-7903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DEFPROD-7903: Ошибка функциональности - В регистр "Мэппинг цен продажи и цен закупки" добавить поле Комментарий в список полей в 701 и 702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Согласна. в YT изменила сложность на (1) - курочка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релиз, Согласна. в YT изменила сложность на (1) - курочка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194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DEFPROD-10782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DEFPROD-10782: Новое требование - В Документе «Корректировка планов и лимитов» при заполненном реквизите «Проект» на вкладке «Параметры» выводить колонку «Проект» в табличной части «Требуется обеспечить»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CAPEX Требует проработки не является приоритетом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36 релиз, CAPEX Требует проработки не является приоритетом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195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DEFPROD-10798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DEFPROD-10798: Новое требование - В документе «Корректировка планов и лимитов» по колонке «Заявки на корректировку планов и лимитов» подтягивать значения с документа-основания в соответствующие бюджетные адреса.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196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DEFPROD-10797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DEFPROD-10797: Новое требование - Если в документе «Заявка на корректировку планов и лимитов» на вкладке установлен «Период», то на вкладке «Планы» в табличной части «Требуется обеспечить» выводить «Период»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 релиз, 26-27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73152"/>
            <a:ext cx="2148840" cy="7924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040" y="109728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(29/46)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85800"/>
          <a:ext cx="10469880" cy="5806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777240"/>
                <a:gridCol w="3429000"/>
                <a:gridCol w="3246120"/>
                <a:gridCol w="1097280"/>
                <a:gridCol w="1508760"/>
              </a:tblGrid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197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DEFPROD-8340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DEFPROD-8340: Ошибка функциональности - при попытке провети заказ на перемещение с перевыбранным Назначением возникает ошибка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уточнить актуальность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198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DEFPROD-10791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DEFPROD-10791: Новое требование - В обработке "Подбор планов и лимитов" добавить колонку «Доступно после» с вычислительной операцией колонка «Доступно» минус колонка «Выбрано». Колонку «Доступно» переименовать «Остаток бюджета».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199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DEFPROD-10792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DEFPROD-10792: Новое требование - Добавить строчку: период – текущая дата и время, пользователь – бюджетный контроллер, событие – принят в обработку, состояние – на утверждении.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36 релиз, подмать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DEFPROD-9034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DEFPROD-9034: Новое требование - Добавить в перечень запрещенных символов число Пи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Исключение ошибок при выгрузке платежей в банк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201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DEFPROD-9067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DEFPROD-9067: Ошибка функциональности - Динамически не обновляется ШК.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36 релиз, уточнить актуальность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202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DEFPROD-9355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DEFPROD-9355: Ошибка функциональности - Не заполняется реквизит Сумма документа для Счет фактуры в РегистрСведений.ГЧ_ШтрихкодыОТ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203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DEFPROD-9524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DEFPROD-9524: Ошибка функциональности - Не формируется авто реестр платежей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ВАЖНО! Устранение риска несвоевременной оплаты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73152"/>
            <a:ext cx="2148840" cy="7924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040" y="109728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(30/46)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85800"/>
          <a:ext cx="10469880" cy="5806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777240"/>
                <a:gridCol w="3429000"/>
                <a:gridCol w="3246120"/>
                <a:gridCol w="1097280"/>
                <a:gridCol w="1508760"/>
              </a:tblGrid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204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DEFPROD-9635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DEFPROD-9635: Ошибка функциональности - 387_Отображать номера созданных документов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205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DEFPROD-9657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DEFPROD-9657: Ошибка функциональности - При подборе товаров из обработки подобрать товары статья расходов не заполняется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206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DEFPROD-9783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DEFPROD-9783: Ошибка функциональности - Нельзя записать внутр. потребление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207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DEFPROD-9797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DEFPROD-9797: Ошибка функциональности - Замечания к отчету соответствия птиу и зно ч2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Наличие в системе корректного отчета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208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DEFPROD-9825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DEFPROD-9825: Ошибка функциональности - Отчет Ведомость ОС вывести в поля, доступные для отбора информацию из РС"Объекты по договору залога", реквизит Комментарий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209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DEFPROD-9845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DEFPROD-9845: Новое требование - Добавить окончание номера счета в шаблон наименования банковского счета организации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Упрощение работы со списком банковских счетов (не нужно проваливаться в строчку, номер вижно в маске счета)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210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DEFPROD-9864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DEFPROD-9864: Новое требование - ГКЧ_Распределение затрат прицепов по заданиям на перевозку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73152"/>
            <a:ext cx="2148840" cy="7924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040" y="109728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(31/46)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85800"/>
          <a:ext cx="10469880" cy="5806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777240"/>
                <a:gridCol w="3429000"/>
                <a:gridCol w="3246120"/>
                <a:gridCol w="1097280"/>
                <a:gridCol w="1508760"/>
              </a:tblGrid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211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DEFPROD-10013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DEFPROD-10013: Ошибка функциональности - Настроить автоматическую отправку на согласование при проведении документа «Заявка на корректировку»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28--? релиз, Сделать вместе 2. Отменить задачу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212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DEFPROD-10014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DEFPROD-10014: Новое требование - В документе «Заявка на корректировку планов и лимитов» в ТЧ «Требуется обеспечить» добавить колонку «Сумма документа-основания», между «Остаток бюджета» и «Требуется».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213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DEFPROD-10152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DEFPROD-10152: Ошибка функциональности - ЗНО по кредитным договорам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Устранение недочета, на процесс не влияет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214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DEFPROD-10194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DEFPROD-10194: Ошибка функциональности - DEV-387 2 строчки в распределении материалов и работ не влияют, но почему 2 а не одна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36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215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DEFPROD-10197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DEFPROD-10197: Новое требование - ITSM 630892 - Доработка КУДиР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216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DEFPROD-10275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DEFPROD-10275: Новое требование - Добавить в журнал корректировок фильтр по виду затрат opex = требуется. проект не заполнен/capex = требуется. проект заполнен. Выбор по виду затрат opex/capex.  Вместо обеспечить за счет. ЦФО добавить фильтр требуется.Аналитика2.сегмент (название фильтра – сегмент), требуется.Аналитика1.подразделение (название фильтра – подразделение).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 релиз, Сделать вместе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217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DEFPROD-10277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DEFPROD-10277: Новое требование - Учет аренды ФСБУ 25 Рамочный договор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73152"/>
            <a:ext cx="2148840" cy="7924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040" y="109728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(32/46)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85800"/>
          <a:ext cx="10469880" cy="5806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777240"/>
                <a:gridCol w="3429000"/>
                <a:gridCol w="3246120"/>
                <a:gridCol w="1097280"/>
                <a:gridCol w="1508760"/>
              </a:tblGrid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218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DEFPROD-10281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DEFPROD-10281: Ошибка функциональности - Реализовать выгрузку нескольких реестров платежей в форме реестра платежей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Оптимизация трудозатрат на ежедневную выгрузку реестров в эксель. Выгрузка одного реестра ~1 минута. В день может быть порядка 10ти реестров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219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DEFPROD-10282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DEFPROD-10282: Ошибка функциональности - Добавить отбор при выборе БС контрагентов в документе заявка на оплату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Снимет риск по выбору закрытого счета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220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DEFPROD-10299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DEFPROD-10299: Ошибка функциональности - 1) Распределение расходов формируется по пустой аналитике "Подразделение" по счету 15.02, 2) расхождение по документу Распределение расходов 00000062065 от 31.03.2026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221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DEFPROD-10370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DEFPROD-10370: Ошибка функциональности - ITSM 1714231 В отчете Индекс находится за пределами массива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222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DEFPROD-10405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DEFPROD-10405: Ошибка функциональности - Внутреннее потребление - выбор Направления деятельности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223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DEFPROD-10481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DEFPROD-10481: Ошибка функциональности - Ошибка при выполнении предварительного закрытия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420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224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DEFPROD-10497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DEFPROD-10497: Ошибка функциональности - Доработка загрузчика цен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Прошу привязать к 27 релизу. Существенно увеличивает работу нескольких подразделений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согласование QA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73152"/>
            <a:ext cx="2148840" cy="7924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040" y="109728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(33/46)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85800"/>
          <a:ext cx="10469880" cy="5806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777240"/>
                <a:gridCol w="3429000"/>
                <a:gridCol w="3246120"/>
                <a:gridCol w="1097280"/>
                <a:gridCol w="1508760"/>
              </a:tblGrid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225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DEFPROD-10526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DEFPROD-10526: Новое требование - Не заполняется назначение платежа при создании ЗНО без документа основания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ВАЖНО! Поставщики получают платежи с некорректным назначением платежа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226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DEFPROD-10690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DEFPROD-10690: Ошибка функциональности - Скорректировать в документах распределение расходов при распределении на счет ТЗР проводки Дт 91.02 Кт 19.03 по операции списание НДС в расходы для 19.03 поставить НД по умолчанию (201 Курица)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33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227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DEFPROD-10735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DEFPROD-10735: Новое требование - Отчет по убою доработать возможность формирования с помощью регламентированного задания после выгрузки в Оракл и выгрузка вне системы SAP например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30--? релиз</a:t>
                      </a:r>
                      <a:r>
                        <a:rPr sz="1100" b="1">
                          <a:solidFill>
                            <a:srgbClr val="FF0000"/>
                          </a:solidFill>
                          <a:latin typeface="Calibri"/>
                        </a:rPr>
                        <a:t>
Критичная!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228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DEFPROD-10853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DEFPROD-10853: Новое требование - Необходимо для документов Отражение прочих доходов и расходов по  (хоз операции) регистрация доходов и реклассификация доходов при выборе подразделения сделать ограничение на возможность выбора подразделений только указанной в заголовке документа Организации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 релиз, БерингПро
Володя QA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229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DEFPROD-10887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DEFPROD-10887: Ошибка функциональности - Доработка расчета НДИЮЛ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230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DEFPROD-3595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DEFPROD-3595: Ошибка функциональности - 702 прод Сборка товаров Назначение в ТЧ комплектующие должно ограничиваться назначение по остаткам на складе, доработать функцию выбора назначения чтобы склад в форму выбора назначений подтягивался из поля склад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36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231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DEFPROD-9879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DEFPROD-9879: Ошибка функциональности - Дерево себестоимости - Даты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36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73152"/>
            <a:ext cx="2148840" cy="7924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040" y="109728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(34/46)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85800"/>
          <a:ext cx="10469880" cy="5806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777240"/>
                <a:gridCol w="3429000"/>
                <a:gridCol w="3246120"/>
                <a:gridCol w="1097280"/>
                <a:gridCol w="1508760"/>
              </a:tblGrid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232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DEFPROD-10579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DEFPROD-10579: Новое требование - Изменение нумерации реестров платежей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Из-за ошибки реестры формирутся позднее, чем должны. Доработка ускорит формирование автореетсров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36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233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DEFPROD-10881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DEFPROD-10881: Новое требование - ITSM 2262918 Не выводятся на печать ШК по документу Списание из эксплуатации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36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234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DEFPROD-10378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DEFPROD-10378: Ошибка функциональности - DEFPROD-10378: Закрытие месяца - ограничить подразделение по организации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235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DEFPROD-9785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DEFPROD-9785: HotFix-расширение - DEFPROD-9785: Оптимизация документа "Установка цен номенклатуры"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Перенесено в 27 релиз, в связи с наличием замечаний при тестировании 26.05.26г.  Требуется назначение аналитика для задачи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Ирина делает, можно HF, переносим в 28 по п.1, п.2 следующим HF</a:t>
                      </a:r>
                      <a:r>
                        <a:rPr sz="1100" b="1">
                          <a:solidFill>
                            <a:srgbClr val="FF0000"/>
                          </a:solidFill>
                          <a:latin typeface="Calibri"/>
                        </a:rPr>
                        <a:t>
Критичная!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236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DEFPROD-6863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DEFPROD-6863: Доработка роли - Изъять у профиля инициатор заявки на оплату доступ к редактированию/удалению заявки на оплату, которая проведена и находится на маршруте согласования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ВАЖНО!  Есть риск, что инициатор "влезет" в согласованную и готовую к оплате заявку. Все изменения должны производится только по согласованию с казначейством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28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237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DEFPROD-2269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DEFPROD-2269: Ошибка функциональности - В справочнике "Виды цен поставщиков" настроить возможность группировки элементов</a:t>
                      </a:r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 – реализовано в УПП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 YT стоит сложность "грузовик", это явный перебор)), пусть будет свинка или индейка. 
Встреча: например добавить поле "Комментарий"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238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DEFPROD-5664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DEFPROD-5664: Ошибка функциональности - в РС "Мэппинг цен продажи и цен закупки" сделать обязательными  к заполнению поля "Организация" и "Поставщик"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 релиз, Согласна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73152"/>
            <a:ext cx="2148840" cy="7924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040" y="109728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(35/46)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85800"/>
          <a:ext cx="10469880" cy="5806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777240"/>
                <a:gridCol w="3429000"/>
                <a:gridCol w="3246120"/>
                <a:gridCol w="1097280"/>
                <a:gridCol w="1508760"/>
              </a:tblGrid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239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DEFPROD-6661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DEFPROD-6661: Ошибка функциональности - Необходимо создать обработку, по которой в Виде цен в поле "Предназначен для", с выбором значения "Партнёр" можно будет загрузить список Контрагентов с группировкой SAP = Внутрихолдинговые контрагенты ГК "Черкизово"</a:t>
                      </a:r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 – реализовано в УПП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Согласна.
Встреча 01.06: - на Уточнении. Требуется посмотреть на что дальше будет влиять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DEFPROD-6774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DEFPROD-6774: Доработка роли - Необходимо дать права профилю Ответственный управления корпоративныx финансов на создание копии договора субсидии, если субсидия одновременно выделяется из федерального и регионального бюджетов для присвоения разных ГФУ расчетов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уточнить требования релиз, уточнить актуальность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DEFPROD-6889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DEFPROD-6889: Замечание к роли - Изъять доступ у профиля Бухгалтер ЕРЦ на редактирование/снятие с проведения/пометки на удаление документа Списание безналичных ДС, с проставленным признаком "оплачено", имеющего в структуре заявку на оплату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Обеспечение соблюдения требований внутреннего контроля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242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DEFPROD-7869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DEFPROD-7869: Новое требование - Синхронизация РС."Мэппинг цен продажи и цен закупки" из Корп в Регл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релиз, Согласна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DEFPROD-9407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DEFPROD-9407: Ошибка функциональности - При создании Приобретение товаров и услуг на основании Заказ поставщику не заполняются цены из заказа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Прошу привязать к Релизу 29. Большое количество строк приходится обрабатывать вручную..
ПРОВЕРИТЬ АКТУАЛЬНОСТЬ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244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DEFPROD-9623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DEFPROD-9623: Ошибка функциональности - Необходимо доработать карточку Виды цен (прайс-лист) в КОРП. Поле "Рассчитать нетиповым способом" есть в 702 РЕГЛ и отсутствует в 701 КОРП.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Риски: при включении синхронизации справочника из 701 Корп в 702 Регл не будет возможности скорректировать карточку Вида цены вручную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DEFPROD-10965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DEFPROD-10965: Ошибка функциональности - Найти другое решение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требуется анализ. Должна быть похожая/связанная задача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73152"/>
            <a:ext cx="2148840" cy="7924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040" y="109728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(36/46)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85800"/>
          <a:ext cx="10469880" cy="5806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777240"/>
                <a:gridCol w="3429000"/>
                <a:gridCol w="3246120"/>
                <a:gridCol w="1097280"/>
                <a:gridCol w="1508760"/>
              </a:tblGrid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246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DEFPROD-8123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DEFPROD-8123: Ошибка функциональности - Настроить корректное заполнение реквизита Сумма для заявок на оплату в УЕ в отчете Неоплаченные заявки на оплату по статям ДДС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Позволит видеть корректные суммы в отчете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36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247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DEFPROD-10976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DEFPROD-10976: Ошибка функциональности - Начисление плановых издержек ж/д участка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Исправила приоритет на высокий в трекере, прошу включить в 26 релиз. Виктор оставил инструкции по исправлению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ошибку в коде нашли, Адиль+разработчик смотрят связь, тест сегодня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248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DEFPROD-10211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DEFPROD-10211: Ошибка функциональности - Отсутствует кнопка «Заполнить по основанию» в документе «Заявка на корректировку лимитов»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30--?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249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DEFPROD-6118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DEFPROD-6118: Дефект интеграции - Документ Оприходование излишков товаров , интеграция MES-Регл ПТ, проблема в   передаче назначения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 работе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250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DEFPROD-10566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DEFPROD-10566: иное - Запретить проведение ПБЗ, если нет цены на сырье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требование изначально транслировалось, сейчас система дает записать док-т, отсюда идут неверные доли в док-тах. Прошу поднять хотя бы до 27 релиза, чтобы верно считался июнь (было 29)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перенести в дорабтки к тиражу?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251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DEFPROD-10639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DEFPROD-10639: итеграция - Проверить интегр. поток 710-702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RTR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252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DEFPROD-8899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DEFPROD-8899: разработка - Ошибка в формировании серии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перенести в дорабтки к тиражу?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73152"/>
            <a:ext cx="2148840" cy="7924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040" y="109728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(37/46)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85800"/>
          <a:ext cx="10469880" cy="5806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777240"/>
                <a:gridCol w="3429000"/>
                <a:gridCol w="3246120"/>
                <a:gridCol w="1097280"/>
                <a:gridCol w="1508760"/>
              </a:tblGrid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253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DEFPROD-9656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DEFPROD-9656: разработка - Некорректно разбилась сумма в ПТиУ_ITSM 1469548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RTR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254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DEFPROD-7617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DEFPROD-7617: разработка - Новая ставка НДС 22% (дефекты тестирования)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RTR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255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DEFPROD-10992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DEFPROD-10992: Новое требование - По основным средствам нет наследования подразделения при создании документов  изменении параметров ОС. В результате этого в карточке ОС отсутствуют подразделения бу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30--?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256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DEFPROD-10646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DEFPROD-10646: Ошибка функциональности - При зеркалировании ВГО договора с поставщиком ОТД-127491, где Организация = УРАЛБРОЙЛЕР АО, Поставщик = ЧЕРКИЗОВО-ОЦО ООО происходит затирание направления деятельности с 201 Курица на 206 Корпоративные сервисы (2245216)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Успешно протестировано Глебом Львовым на TesT, ретест Кирилл</a:t>
                      </a:r>
                      <a:r>
                        <a:rPr sz="1100" b="1">
                          <a:solidFill>
                            <a:srgbClr val="FF0000"/>
                          </a:solidFill>
                          <a:latin typeface="Calibri"/>
                        </a:rPr>
                        <a:t>
Критичная!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257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DEFPROD-10669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DEFPROD-10669: Ошибка функциональности - Неверное назначение номенклатуры при интеграции из MES убоя птицы РС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поднять до 26, ручная корректировка трудоемкая (было 27)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на согласовании, 28--13 релиз</a:t>
                      </a:r>
                      <a:r>
                        <a:rPr sz="1100" b="1">
                          <a:solidFill>
                            <a:srgbClr val="FF0000"/>
                          </a:solidFill>
                          <a:latin typeface="Calibri"/>
                        </a:rPr>
                        <a:t>
Критичная!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258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DEFPROD-7683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DEFPROD-7683: Ошибка функциональности - При переупаковке в MES нельзя использовать одну и ту же серию в сырье и в выпуске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360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 MTD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259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DEFPROD-8234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DEFPROD-8234: Ошибка функциональности - Документ внутреннее потребление не подставляется направление деятельности по ограничительной матрице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уточнить актуальность релиз, уточнить актуальность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73152"/>
            <a:ext cx="2148840" cy="7924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040" y="109728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(38/46)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85800"/>
          <a:ext cx="10469880" cy="5806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777240"/>
                <a:gridCol w="3429000"/>
                <a:gridCol w="3246120"/>
                <a:gridCol w="1097280"/>
                <a:gridCol w="1508760"/>
              </a:tblGrid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260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DEFPROD-8898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DEFPROD-8898: Новое требование - Запретить выпуск на подразделение другой организации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уточнить релиз, доработки на стороне 702 или в MES?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261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DEFPROD-10686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DEFPROD-10686: Ошибка функциональности - Заказы поставщику на комбикорм между организацией ВПФ и контрагентом ПКХП автоматически не встали в очередь к зеркалированию (ITSM 2278499)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262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DEFPROD-10855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DEFPROD-10855: Новое требование - Необходимо доработать загрузчик Excel файлов в АРМе "Управление заказами" для мясосырья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29--? релиз, в работе у Кирилла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263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DEFPROD-10963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DEFPROD-10963: Ошибка функциональности - В РТУ ВФРГ-019014 от 18.05.2026 не указан ID_WMS, а в Перемещении товаров Перемещение товаров 000073124 от 18.05.2026 к этому РТУ ID_WMS указан. ITSM 2510714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264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DEFPROD-4289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DEFPROD-4289: Консультация - Необходимо промоделировать процесс закупки в рамках ВГО через заказ Поставщику на основании Спецификации/Договора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релиз, не требует разработки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265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DEFPROD-5277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DEFPROD-5277: Новое требование - Определить корректный подход по заполнению ЦФО в спецификациях к договорам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SRM ждут методологию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266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DEFPROD-7034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DEFPROD-7034: Консультация - При закрытии УБ и ПКХП появляются следующие ошибки. Как их убрать?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релиз, в части КР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73152"/>
            <a:ext cx="2148840" cy="7924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040" y="109728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(39/46)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85800"/>
          <a:ext cx="10469880" cy="5806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777240"/>
                <a:gridCol w="3429000"/>
                <a:gridCol w="3246120"/>
                <a:gridCol w="1097280"/>
                <a:gridCol w="1508760"/>
              </a:tblGrid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267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DEFPROD-7070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DEFPROD-7070: Консультация - Настроить отчет по Валовой прибыли с указанием рентабельности продаж и наценкой на кг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268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DEFPROD-8899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DEFPROD-8899: Ошибка функциональности - Ошибка в формировании серии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34 релиз MTD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269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DEFPROD-8905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DEFPROD-8905: Дефект интеграции - Конфликт с выгрузкой в FineBI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 работе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270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DEFPROD-9284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DEFPROD-9284: Ошибка функциональности - При создании документа корректировка реализации документ не был проведен автоматически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уточнить актуальность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271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DEFPROD-9505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DEFPROD-9505: Ошибка функциональности - Ошибки оформления документов товародвижения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перевести на RTR, исправление в закрытых периодах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272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DEFPROD-9961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DEFPROD-9961: Ошибка функциональности - непроведенные Корректировки по возвратам из логистики (по заданиям на отгрузку с типом возврат) (1603777)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уточнить актуальность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273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DEFPROD-10165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DEFPROD-10165: Ошибка функциональности - Ордера на отражение излишков не создаются автоматически. (1715977)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заходит в 26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73152"/>
            <a:ext cx="2148840" cy="7924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040" y="109728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(40/46)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85800"/>
          <a:ext cx="10469880" cy="5806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777240"/>
                <a:gridCol w="3429000"/>
                <a:gridCol w="3246120"/>
                <a:gridCol w="1097280"/>
                <a:gridCol w="1508760"/>
              </a:tblGrid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274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DEFPROD-10216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DEFPROD-10216: Доработка роли - Ограничить круг пользователей для редактирования отчета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 работе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275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DEFPROD-10683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DEFPROD-10683: Ошибка функциональности - В документе Операционный план не работает история изменений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276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DEFPROD-10694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DEFPROD-10694: Ошибка функциональности - Доработки к отчету о прослеживаемости партии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перенести в дорабтки к тиражу?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277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DEFPROD-10708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DEFPROD-10708: Ошибка функциональности - Разработка концепта алгоритма автоматизации расценок за услуги элеватора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согласовано, с Аней Мосягиной, будет 27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28 релиз, согласовано, с Аней Мосягиной, будет 27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278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DEFPROD-10736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DEFPROD-10736: Новое требование - Инкубационное яйцо от Курочки РС в возрасте 169-175 дней не использующегося в целях инкубации или продаже как Инкубационные яйца. Разработка в блоке Птицеводства MTD - списание и сортировки в товарку с использованием  Регулируемой настройки в которой можно указывать возраст птицы (дни) и статью расходов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30--? релиз, зацикливание яйца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279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DEFPROD-10755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DEFPROD-10755: Ошибка функциональности - Распределение НЗП Корм, ЛПМ, Яйцо, Птица по данным Птицеводства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280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DEFPROD-10953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DEFPROD-10953: Ошибка функциональности - При передаче документов Внутреннее потребление из ТОиР в Регл заполнять поле Потребление для деятельности значением "Продажа облагается НДС"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согласование QA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73152"/>
            <a:ext cx="2148840" cy="7924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040" y="109728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(41/46)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85800"/>
          <a:ext cx="10469880" cy="5806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777240"/>
                <a:gridCol w="3429000"/>
                <a:gridCol w="3246120"/>
                <a:gridCol w="1097280"/>
                <a:gridCol w="1508760"/>
              </a:tblGrid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281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DEFPROD-10802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DEFPROD-10802: Ошибка функциональности - Выполнять корректировку планов и лимитов по ТЧ Обеспечить за счет. Если ТЧ «Обеспечить за счет» в корректировке планов и лимитов больше, чем в заявке на корректировку планов и лимитов, то выполняется корректировка планов и лимитов по сумме корректировка планов и лимитов, списание по заявке на корректировку выполняется по сумме в таком документе.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уточнить актуальность релиз, найти пример в проде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282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DEFEKTPT-6394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DEFEKTPT-6394: Новое требование - В АРМ "Построчное согласование" вместо сообщения «Корректировки созданы» добавить сообщение «Заявки на корректировки созданы перечислить номера, требуется заполнить табличную часть «Обеспечить за счет», далее отправить на согласование.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36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283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DEFEKTPT-6393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DEFEKTPT-6393: Новое требование - Переименовать в АРМ Построчное согласование кнопку «Создать корректировку лимитов» на «Создать заявку на корректировку».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36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284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DEFEKTPT-6498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DEFEKTPT-6498: Новое требование - В плане закупок в ТЧ Товары при использовании кнопки Загрузить из файла и заполненном поле Проект, автоматически проставлять указывать вид затрат построчно на вкладке «Основное»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285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DEFEKTPT-6484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DEFEKTPT-6484: Новое требование - Тип данных в отборе по статье бюджета в «Отчете по лимитам» выбирать в зависимости от вида бюджета. БДР = вид: статья доходов и расходов. БДДС = вид: статья ДДС. движения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286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DEFEKTPT-6187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DEFEKTPT-6187: Новое требование - В документе План закупок добавить в ТЧ «Товары» реквизит Период лимитирования в КОРП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287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DEFEKTPT-6500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DEFEKTPT-6500: Новое требование - В плане закупок в ТЧ Товары реквизит «Допускаются аналоги» заполнять массово по кнопке Ещё - Заполнить.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160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36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73152"/>
            <a:ext cx="2148840" cy="7924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040" y="109728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(42/46)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85800"/>
          <a:ext cx="10469880" cy="5806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777240"/>
                <a:gridCol w="3429000"/>
                <a:gridCol w="3246120"/>
                <a:gridCol w="1097280"/>
                <a:gridCol w="1508760"/>
              </a:tblGrid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288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DEFEKTPT-6413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DEFEKTPT-6413: Новое требование - В документе «План закупок» Курс валюты добавить на вкладке Товары в самом низу, рядом с реквизитом «Сумма документа».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289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DEFPROD-10997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DEFPROD-10997: Ошибка функциональности - В документе Заявка на корректировку планов и лимитов инициатору данного документа (роль Владелец бюджета) блокировать возможность редактирование документа в документе после отправки на согласование. Бюджетодержатель может отозвать заявку на корректировку планов и лимитов  до отправки на согласование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 релиз, Сделать вместе 2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DEFPROD-10920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DEFPROD-10920: Доработка роли - Добавить роль на добавление, изменение и редактирование записей в регистре сведений «Соответствие Объектов Текущей и Внешней ИБ» в 711 базе ТОиР.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 работе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291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DEFPROD-10671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DEFPROD-10671: Доработка роли - Нет прав на создание/изменение записей в справочнике Организации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 работе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292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DEFPROD-10328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DEFPROD-10328: Ошибка функциональности - Доработка автовыгрузчика пользователей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 работе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293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DEFPROD-10865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DEFPROD-10865: Доработка роли - Создание роли для создания типовых объектов ремонта без установки пометки на удаления.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 работе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DEV-426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DEV-426: разработка - Создание обработки по ВК, создание документов СВО и СПД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Автоматизация процесса для соблюдения валютного законодательства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73152"/>
            <a:ext cx="2148840" cy="7924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040" y="109728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(43/46)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85800"/>
          <a:ext cx="10469880" cy="5806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777240"/>
                <a:gridCol w="3429000"/>
                <a:gridCol w="3246120"/>
                <a:gridCol w="1097280"/>
                <a:gridCol w="1508760"/>
              </a:tblGrid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DEFPROD-3711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DEFPROD-3711: Ошибка функциональности - Добавить проверку для алгоритма автомаческих заявок в КОРП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Устранение неточности в работе алгоритма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296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FTR-12144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FTR-12144: Требование - В документах "Принятие к учету ОС" и  "Перемещение ОС" необходимо автоматизировать заполнение адреса в зависимости от выбранного подразделения (получатель).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ВАЖНО! Оперативный сбор данных для страхования. Период страхования начнется в сентябре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400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297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DEFPROD-10931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DEFPROD-10931: Ошибка функциональности - Формирование большого количества  заказов по периодическим услугам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проверить весь функционал по периодическим услугам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 релиз, проверить весь функционал по периодическим услугам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298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DEFPROD-10932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DEFPROD-10932: Ошибка функциональности - Не формируется заказ поставщику по документами реализации периодических услуг 3-м лицам и ВГО вне контура "Мичурин"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уточнить актуальность - зачем заказ поставщику 3м и ВГО вне контура Мичурин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 работе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DEFPROD-10934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DEFPROD-10934: Ошибка функциональности - Отсутствует возможность в заказе с признаком "переменная часть"  добавлять "постоянную часть" по документам реализации периодических услуг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уточнить формулировки дефекта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DEFPROD-11022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DEFPROD-11022: Ошибка функциональности - Переработка движений РС "Операции бюджетов"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1200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30--?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DEFPROD-11030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DEFPROD-11030: Ошибка функциональности - Переработка отчета по лимитам ГЧ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1200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30--?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73152"/>
            <a:ext cx="2148840" cy="7924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040" y="109728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(44/46)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85800"/>
          <a:ext cx="10469880" cy="5806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777240"/>
                <a:gridCol w="3429000"/>
                <a:gridCol w="3246120"/>
                <a:gridCol w="1097280"/>
                <a:gridCol w="1508760"/>
              </a:tblGrid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302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DEFPROD-11051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DEFPROD-11051: Ошибка функциональности - Доработать механизм определения недействительных согласующих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35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303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DEFPROD-11059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DEFPROD-11059: Ошибка функциональности - В системный документ "Установка цен номенклатуры" кроме указания даты создания, добавить возможность задавать время (часы/минуты/секунды)</a:t>
                      </a:r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 – реализовано в УПП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Нужен анализ. Речь не идет о групповом изменнии заказов по видам цены.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240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36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DEFPROD-11136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DEFPROD-11136: Ошибка функциональности - Сокращение времени расчета себестоимости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 работе</a:t>
                      </a:r>
                      <a:r>
                        <a:rPr sz="1100" b="1">
                          <a:solidFill>
                            <a:srgbClr val="FF0000"/>
                          </a:solidFill>
                          <a:latin typeface="Calibri"/>
                        </a:rPr>
                        <a:t>
Критичная!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305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DEV-16481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DEV-16481: Разработка - Разработка системы автоматической генерации документов реализации  ОЦО, либо АРМ помощник создания документов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согласование QA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306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FTR-12165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FTR-12165: Разработка - Формирование документа "Приобретение товаров и услуг" по потребностям из Плана закупок"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согласование QA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307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DEFPROD-11137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DEFPROD-11137: Задача - DEFPROD-11137: Распределение расходов к сторно по ПТУ неотфактуровки задваивает проводки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 работе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308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FTR-12144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FTR-12144: Задача - FTR-12144: В документах "Принятие к учету ОС" и  "Перемещение ОС" необходимо автоматизировать заполнение адреса в зависимости от выбранного подразделения (получатель).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дубль строки 302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 работе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73152"/>
            <a:ext cx="2148840" cy="7924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040" y="109728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(45/46)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85800"/>
          <a:ext cx="10469880" cy="5806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777240"/>
                <a:gridCol w="3429000"/>
                <a:gridCol w="3246120"/>
                <a:gridCol w="1097280"/>
                <a:gridCol w="1508760"/>
              </a:tblGrid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DEFPROD-11155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DEFPROD-11155: Изменения - DEFPROD-11155: Отключение раздельного учета НДС для пилотных организаций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приостановлен релиз</a:t>
                      </a:r>
                      <a:r>
                        <a:rPr sz="1100" b="1">
                          <a:solidFill>
                            <a:srgbClr val="FF0000"/>
                          </a:solidFill>
                          <a:latin typeface="Calibri"/>
                        </a:rPr>
                        <a:t>
Критичная!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DEFPROD-4662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DEFPROD-4662: Задача - DEFPROD-4662: Реализация интерфейса обмена с OracleOeBS через КШД без использования Postgres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31--? релиз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DEFPROD-10739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DEFPROD-10739: Задача - DEFPROD-10739: Исключение документов формирующихся на основании  Актов выбытия (падеж, выбраковка) в оперативном и регламентированном контуре, при 100% обеспечении необходимого количества Актов выбытия в отраслевом птицеводческом контуре. При этом при массовом падеже птицы создать возможность интегрирования документов Актов выбытия птицы в оперативный и регламентированный контур (страховые случаи птицы)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0000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29--? релиз, к 15.06</a:t>
                      </a:r>
                      <a:r>
                        <a:rPr sz="1100" b="1">
                          <a:solidFill>
                            <a:srgbClr val="FF0000"/>
                          </a:solidFill>
                          <a:latin typeface="Calibri"/>
                        </a:rPr>
                        <a:t>
Критичная!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312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DEFPROD-10738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DEFPROD-10738: Задача - DEFPROD-10738: Сокращение документов формирующихся на основании  Актов взвешиваниям в оперативном и регламентированном контуре, при 100% обеспечении необходимого количества Актов взвешивания в отраслевом птицеводческом контуре.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0000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29--? релиз, к 15.06</a:t>
                      </a:r>
                      <a:r>
                        <a:rPr sz="1100" b="1">
                          <a:solidFill>
                            <a:srgbClr val="FF0000"/>
                          </a:solidFill>
                          <a:latin typeface="Calibri"/>
                        </a:rPr>
                        <a:t>
Критичная!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DEFPROD-4301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DEFPROD-4301: Новое требование - Создание заказа клиента на основании Спецификации/Договора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30--? релиз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314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DEFPROD-4481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DEFPROD-4481: Новое требование - Печатная форма УКД/КСФ не транслирует ТЧ из документа Корректировка Реализации (в т.ч. до ввода остатков) когда одна номенклатура разбивается на несколько строк (479185)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 работе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72580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315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DEFPROD-11056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DEFPROD-11056: Ошибка функциональности - База 702ВПФ_Конфликт ШК 00001702000000439586 (ITSM 2609456 )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нужен анализ вместе с разрабом</a:t>
                      </a:r>
                      <a:r>
                        <a:rPr sz="1100" b="1">
                          <a:solidFill>
                            <a:srgbClr val="FF0000"/>
                          </a:solidFill>
                          <a:latin typeface="Calibri"/>
                        </a:rPr>
                        <a:t>
Критичная!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46920" y="73152"/>
            <a:ext cx="2148840" cy="79245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20040" y="109728"/>
            <a:ext cx="8686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831223"/>
                </a:solidFill>
                <a:latin typeface="Verdana"/>
              </a:rPr>
              <a:t>Дефекты и разработки по Пилоту (46/46)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685800"/>
          <a:ext cx="10469880" cy="5806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"/>
                <a:gridCol w="777240"/>
                <a:gridCol w="3429000"/>
                <a:gridCol w="3246120"/>
                <a:gridCol w="1097280"/>
                <a:gridCol w="1508760"/>
              </a:tblGrid>
              <a:tr h="96774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№пп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Ключ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Задача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Ценность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Предварительная
оценка
реализации,
тыс.руб.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Статус</a:t>
                      </a:r>
                    </a:p>
                  </a:txBody>
                  <a:tcPr anchor="ctr" marL="50800" marR="50800" marT="25400" marB="25400">
                    <a:solidFill>
                      <a:srgbClr val="AF182E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96774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316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DEFPROD-11063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DEFPROD-11063: Ошибка данных миграции - Дефект ТМЦ в эксплуатации УМК Серийный учет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в работе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96774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317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DEFPROD-11111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DEFPROD-11111: Задача - DEFPROD-11111: Корректировка отчета по WMS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согласование QA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96774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318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DEFPROD-11191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DEFPROD-11191: Ошибка функциональности - DEFPROD-11185: Бюджетный контроль не работает на заказах без заявки (на основании спецификаций)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29--? релиз</a:t>
                      </a:r>
                      <a:r>
                        <a:rPr sz="1100" b="1">
                          <a:solidFill>
                            <a:srgbClr val="FF0000"/>
                          </a:solidFill>
                          <a:latin typeface="Calibri"/>
                        </a:rPr>
                        <a:t>
Критичная!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96774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319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DEFPROD-11199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DEFPROD-11199: Задача - Проверить работу формирования заявки на корректировку лимитов (формирование суммы корректировки)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29--? релиз</a:t>
                      </a:r>
                      <a:r>
                        <a:rPr sz="1100" b="1">
                          <a:solidFill>
                            <a:srgbClr val="FF0000"/>
                          </a:solidFill>
                          <a:latin typeface="Calibri"/>
                        </a:rPr>
                        <a:t>
Критичная!</a:t>
                      </a:r>
                    </a:p>
                  </a:txBody>
                  <a:tcPr anchor="ctr" marL="50800" marR="50800" marT="25400" marB="25400">
                    <a:solidFill>
                      <a:srgbClr val="F8E7E8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  <a:tr h="96774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77777A"/>
                          </a:solidFill>
                          <a:latin typeface="Calibri"/>
                        </a:rPr>
                        <a:t>DEFPROD-9230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DEFPROD-9230: Задача - DEFPROD-9230: Реализовать групповую обработку документов для пользователей</a:t>
                      </a:r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 – реализовано в УПП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согласовать с Адилем реализацию</a:t>
                      </a:r>
                    </a:p>
                  </a:txBody>
                  <a:tcPr anchor="ctr" marL="50800" marR="50800" marT="25400" marB="25400">
                    <a:solidFill>
                      <a:srgbClr val="FFFFFF"/>
                    </a:solidFill>
                    <a:lnL w="6350" cap="flat" cmpd="sng" algn="ctr">
                      <a:solidFill>
                        <a:srgbClr val="000000"/>
                      </a:solidFill>
                    </a:lnL>
                    <a:lnR w="6350" cap="flat" cmpd="sng" algn="ctr">
                      <a:solidFill>
                        <a:srgbClr val="000000"/>
                      </a:solidFill>
                    </a:lnR>
                    <a:lnT w="6350" cap="flat" cmpd="sng" algn="ctr">
                      <a:solidFill>
                        <a:srgbClr val="000000"/>
                      </a:solidFill>
                    </a:lnT>
                    <a:lnB w="6350" cap="flat" cmpd="sng" algn="ctr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