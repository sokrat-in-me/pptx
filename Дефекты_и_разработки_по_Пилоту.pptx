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567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567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77533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983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567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983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8582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8582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8582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813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881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813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813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813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813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881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3585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3585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12477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62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3585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3585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730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1389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