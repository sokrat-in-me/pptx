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DEFPROD-6138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DEFPROD-10592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FTR-7577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FTR-7057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FTR-7126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DEFPROD-7954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DEFPROD-9289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DEFPROD-9430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DEFPROD-4335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DEFPROD-4462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DEFPROD-4686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DEFPROD-5641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DEFPROD-6026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DEFPROD-6290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DEFPROD-6703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DEFPROD-7774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DEFPROD-9034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DEFPROD-9797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DEFPROD-9845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DEFPROD-10152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DEFPROD-10579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829491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49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49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DEFPROD-8123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49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DEV-426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49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DEFPROD-3711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491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FTR-12144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82949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