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095" y="21945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831223"/>
                </a:solidFill>
                <a:latin typeface="Verdana"/>
              </a:rPr>
              <a:t>ГРАФИК ЗАПУСКА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095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77777A"/>
                </a:solidFill>
                <a:latin typeface="Verdana"/>
              </a:rPr>
              <a:t>RTR — управленческий учёт
MTD и продуктивный контур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641E28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FCDCE0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641E28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F5B4BC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5.RTR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