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5" cy="54780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775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31775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4930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5" cy="54010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9311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Тестовый контур: 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962837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FFD2D8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Продуктивный контур: 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831223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AE4E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(3/3)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1030528"/>
          <a:ext cx="11414445" cy="43837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365760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  <a:gridCol w="520171"/>
              </a:tblGrid>
              <a:tr h="256032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56032"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84353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Вика: 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755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есть?: 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4930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Брянск): 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49301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230123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определить КП по ЦО: 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323232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CF8F9"/>
                    </a:solidFill>
                    <a:lnL w="6350" cap="flat" cmpd="sng" algn="ctr">
                      <a:solidFill>
                        <a:srgbClr val="E8C4C8"/>
                      </a:solidFill>
                    </a:lnL>
                    <a:lnR w="6350" cap="flat" cmpd="sng" algn="ctr">
                      <a:solidFill>
                        <a:srgbClr val="E8C4C8"/>
                      </a:solidFill>
                    </a:lnR>
                    <a:lnT w="6350" cap="flat" cmpd="sng" algn="ctr">
                      <a:solidFill>
                        <a:srgbClr val="E8C4C8"/>
                      </a:solidFill>
                    </a:lnT>
                    <a:lnB w="6350" cap="flat" cmpd="sng" algn="ctr">
                      <a:solidFill>
                        <a:srgbClr val="E8C4C8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