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172" y="102412"/>
            <a:ext cx="2423160" cy="8936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095" y="33009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1223"/>
                </a:solidFill>
                <a:latin typeface="Verdana"/>
              </a:rPr>
              <a:t>График запуска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095" y="960120"/>
          <a:ext cx="1141444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65760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</a:tblGrid>
              <a:tr h="256032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Задача / направление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Сист.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gridSpan="6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gridSpan="3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gridSpan="5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56032">
                <a:tc v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07.26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08.26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09.26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10.26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11.26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12.26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01.27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02.27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03.27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04.28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05.27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06.27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07.27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08.27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09.27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>ГРАФИК ЗАПУСКА</a:t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>MTD - ПЕРЕРАБОТКА</a:t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MTD переработка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ППК Алтай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ППК Брянск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ППК Москва ППФ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ППК Воронеж
ППК Тула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ППК Курск
ППК Белгород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Честный знак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ППК Тюмень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ППК Москва МСП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КЦ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LE склад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WMS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>MTD - КОРМОПРОИЗВОДСТВО</a:t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MTD Корма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Регл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Честный знак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КЦ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>MTD - ВЫРАЩИВАНИЕ</a:t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MTD Выращивание (ЦИ)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Регл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Честный знак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ЦИ Липецк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ЦИ Воронеж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ЦИ Брянск
ЦИ Москва МСП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ЦИ Алтай
ЦИ Тюмень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MTD Выращивание (ОП)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Регл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ОП Алтай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ОП Брянск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ОП Липецк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ОП Москва ППФ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ОП Воронеж
ОП Тула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ОП Курск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ОП Тюмень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ОП Москва МСП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КЦ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MTD Выращивание (бройлеры)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Регл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БЦ Алтай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БЦ Брянск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БЦ Липецк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БЦ Москва ППФ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БЦ Воронеж
БЦ Тула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БЦ Курск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БЦ Тюмень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БЦ Москва МСП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MTD Выращивание (РС)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Регл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РС Воронеж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РС Белгород 1
РС Белгород 2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РС Тюмень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РС Липецк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>RTR - УУ</a:t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Себестоимость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КЦ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Тестовый контур: Реализация критичных разработок по Пилоту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Тестовый контур: Анализ сс, отчет по результатам анализа (ИТЭ)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Тестовый контур: Оценка доработок и стоимости реализации (ИТЭ)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Тестовый контур: Реализация доработок по результатам анализа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Тестовый контур: Параллельное тестирование на Пилоте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Тестовый контур: Миграция (для сс)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Алтай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Тестовый контур: Запуск тестового расчета себестоимости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Алтай ППК и БЦ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Брянск ППК и БЦ
+ Липецк БЦ
+ Москва ППФ ППК и БЦ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Воронеж
+ Тула
+ Курск
+ Белгород
(ППК и БЦ)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Согласовать сдвиг сроков закрытия августа на начало октября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Тестовый контур: Выявление и устранение высоких и критичных дефектов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Тестовый контур: Запуск тестового расчета себестоимости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Продуктивный контур: Запуск продуктивного расчета себестоимости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КЦ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Регламент по методологии по себестоимости ORG-1905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172" y="102412"/>
            <a:ext cx="2423160" cy="8936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095" y="33009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1223"/>
                </a:solidFill>
                <a:latin typeface="Verdana"/>
              </a:rPr>
              <a:t>График запуска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095" y="960120"/>
          <a:ext cx="11414445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65760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  <a:gridCol w="520171"/>
              </a:tblGrid>
              <a:tr h="256032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Задача / направление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Сист.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gridSpan="6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gridSpan="3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gridSpan="5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56032">
                <a:tc v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07.26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08.26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09.26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10.26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11.26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12.26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01.27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02.27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03.27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04.28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05.27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06.27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07.27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08.27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09.27</a:t>
                      </a:r>
                    </a:p>
                  </a:txBody>
                  <a:tcPr anchor="ctr" marL="25400" marR="25400" marT="12700" marB="12700">
                    <a:solidFill>
                      <a:srgbClr val="570C1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>Бюджетный контроль</a:t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Продуктивный контур: Реализация критичных разработок по Пилоту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Продуктивный контур: Подготовка к запуску (чистка регистра)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Продуктивный контур: Запуск БК (обучение, запуск и поддержка пользователей)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ВПФ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КЦ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Уточнение методологии для тиражных требований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Реализация тиражных требований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>Онлайн себестоимость</a:t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Продуктивный контур: Реализация критичных разработок к Тиражу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962837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anchor="ctr" marL="25400" marR="25400" marT="12700" marB="12700">
                    <a:solidFill>
                      <a:srgbClr val="FFD2D8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Продуктивный контур: Запуск онлайн себестоимости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>Казначейство и Корпоративные финансы</a:t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Реализация высоких разработок по Пилоту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Реализация критичных разработок по Тиражу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>Трансфертное ценообразование</a:t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3122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AE4E7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Реализовать критичные разработки Пилота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Реализовать критичные разработки Тиража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Татьяна Дмитриева, Коняшкина В. (переработка), Чудотворова (птица, яйцо) Аверичева Ю., Вика: Cогласовать с НУ методологию трансфертн. ценообразования ВГО сделок: 1) по мясосырью между производственными площадками (птица: курица, индейка) 2) по яйцу инкубационному 3) по суточному цыпленку 4) по рем. молодняку 5) по род.стаду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Калашников К., Шугарева Ю. миграция договоров Тираж (письмо) список дог уже есть?: Cоставить карту ключевых пользователей по видам сделок, в рамках юр. лиц Пилота и Тиража 1 (УМК, ВПФ, УБ, ПКХП, ТБ, КЦ), ответственных: 1) методология расчета 1) за расчет трансфертных цен 2) за установку трансфертных цен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связь между MES и Корп (договоры и заказы) - Калашников, поля и интеграция (Алтай и Брянск): Создать, настроить Виды цен (ВГО и Сторонние) и Видов цен Поставщиков (ВГО) под Тиражные юр.лица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Настроить карточки договоров Тиража в части ЦО: присвоение Типов цен/плановых Типов цен, проверка НДС на соответствие с Видами цен, установка аналитики "на дату заказа" и проч.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Настроить мэппинг Видов цен и Видов цен Поставщика по Тиражным юр. лицам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Обновить инструкции на основе реализованных разработок Пилота и Тиража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Обучить и оказать поддержку новых пользователей профилей ТЦО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определить КП по ЦО: Проработка ORG по ценообразованию</a:t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FFFFF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>ВГО (зеркалирование)</a:t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00" b="0">
                          <a:solidFill>
                            <a:srgbClr val="3232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5400" marR="25400" marT="12700" marB="12700">
                    <a:solidFill>
                      <a:srgbClr val="FCF8F9"/>
                    </a:solidFill>
                    <a:lnL w="6350" cap="flat" cmpd="sng" algn="ctr">
                      <a:solidFill>
                        <a:srgbClr val="E8C4C8"/>
                      </a:solidFill>
                    </a:lnL>
                    <a:lnR w="6350" cap="flat" cmpd="sng" algn="ctr">
                      <a:solidFill>
                        <a:srgbClr val="E8C4C8"/>
                      </a:solidFill>
                    </a:lnR>
                    <a:lnT w="6350" cap="flat" cmpd="sng" algn="ctr">
                      <a:solidFill>
                        <a:srgbClr val="E8C4C8"/>
                      </a:solidFill>
                    </a:lnT>
                    <a:lnB w="6350" cap="flat" cmpd="sng" algn="ctr">
                      <a:solidFill>
                        <a:srgbClr val="E8C4C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МИЧУРИН">
  <a:themeElements>
    <a:clrScheme name="МИЧУРИН">
      <a:dk1>
        <a:srgbClr val="000000"/>
      </a:dk1>
      <a:lt1>
        <a:srgbClr val="FFFFFF"/>
      </a:lt1>
      <a:dk2>
        <a:srgbClr val="454547"/>
      </a:dk2>
      <a:lt2>
        <a:srgbClr val="F8E7E8"/>
      </a:lt2>
      <a:accent1>
        <a:srgbClr val="D70036"/>
      </a:accent1>
      <a:accent2>
        <a:srgbClr val="AF182E"/>
      </a:accent2>
      <a:accent3>
        <a:srgbClr val="199646"/>
      </a:accent3>
      <a:accent4>
        <a:srgbClr val="831223"/>
      </a:accent4>
      <a:accent5>
        <a:srgbClr val="F0929F"/>
      </a:accent5>
      <a:accent6>
        <a:srgbClr val="8AEE8D"/>
      </a:accent6>
      <a:hlink>
        <a:srgbClr val="77777A"/>
      </a:hlink>
      <a:folHlink>
        <a:srgbClr val="454547"/>
      </a:folHlink>
    </a:clrScheme>
    <a:fontScheme name="МИЧУРИН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