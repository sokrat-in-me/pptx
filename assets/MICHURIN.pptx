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831223"/>
                </a:solidFill>
                <a:latin typeface="Verdana"/>
              </a:defRPr>
            </a:pPr>
            <a:r>
              <a:t>МИЧУРИН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54547"/>
                </a:solidFill>
                <a:latin typeface="Verdana"/>
              </a:defRPr>
            </a:pPr>
            <a:r>
              <a:t>Корпоративный шаблон Черкизово</a:t>
            </a:r>
          </a:p>
        </p:txBody>
      </p:sp>
      <p:pic>
        <p:nvPicPr>
          <p:cNvPr id="4" name="Picture 3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330098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31223"/>
                </a:solidFill>
                <a:latin typeface="Verdana"/>
              </a:rPr>
              <a:t>Цветовая палитра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097280"/>
            <a:ext cx="1828800" cy="502920"/>
          </a:xfrm>
          <a:prstGeom prst="rect">
            <a:avLst/>
          </a:prstGeom>
          <a:solidFill>
            <a:srgbClr val="D70036"/>
          </a:solidFill>
          <a:ln>
            <a:solidFill>
              <a:srgbClr val="45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095" y="1600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54547"/>
                </a:solidFill>
                <a:latin typeface="Verdana"/>
              </a:rPr>
              <a:t>Красный бренд</a:t>
            </a:r>
          </a:p>
        </p:txBody>
      </p:sp>
      <p:sp>
        <p:nvSpPr>
          <p:cNvPr id="7" name="Rectangle 6"/>
          <p:cNvSpPr/>
          <p:nvPr/>
        </p:nvSpPr>
        <p:spPr>
          <a:xfrm>
            <a:off x="2499055" y="1097280"/>
            <a:ext cx="1828800" cy="502920"/>
          </a:xfrm>
          <a:prstGeom prst="rect">
            <a:avLst/>
          </a:prstGeom>
          <a:solidFill>
            <a:srgbClr val="AF182E"/>
          </a:solidFill>
          <a:ln>
            <a:solidFill>
              <a:srgbClr val="45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99055" y="1600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54547"/>
                </a:solidFill>
                <a:latin typeface="Verdana"/>
              </a:rPr>
              <a:t>Тёмно-красный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5015" y="1097280"/>
            <a:ext cx="1828800" cy="502920"/>
          </a:xfrm>
          <a:prstGeom prst="rect">
            <a:avLst/>
          </a:prstGeom>
          <a:solidFill>
            <a:srgbClr val="831223"/>
          </a:solidFill>
          <a:ln>
            <a:solidFill>
              <a:srgbClr val="45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5015" y="1600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54547"/>
                </a:solidFill>
                <a:latin typeface="Verdana"/>
              </a:rPr>
              <a:t>Заголовок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" y="1737360"/>
            <a:ext cx="1828800" cy="502920"/>
          </a:xfrm>
          <a:prstGeom prst="rect">
            <a:avLst/>
          </a:prstGeom>
          <a:solidFill>
            <a:srgbClr val="199646"/>
          </a:solidFill>
          <a:ln>
            <a:solidFill>
              <a:srgbClr val="45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" y="2240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54547"/>
                </a:solidFill>
                <a:latin typeface="Verdana"/>
              </a:rPr>
              <a:t>Зелёный акцент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9055" y="1737360"/>
            <a:ext cx="1828800" cy="502920"/>
          </a:xfrm>
          <a:prstGeom prst="rect">
            <a:avLst/>
          </a:prstGeom>
          <a:solidFill>
            <a:srgbClr val="77777A"/>
          </a:solidFill>
          <a:ln>
            <a:solidFill>
              <a:srgbClr val="45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9055" y="2240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54547"/>
                </a:solidFill>
                <a:latin typeface="Verdana"/>
              </a:rPr>
              <a:t>Ключ / ссылка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5015" y="1737360"/>
            <a:ext cx="1828800" cy="502920"/>
          </a:xfrm>
          <a:prstGeom prst="rect">
            <a:avLst/>
          </a:prstGeom>
          <a:solidFill>
            <a:srgbClr val="F8E7E8"/>
          </a:solidFill>
          <a:ln>
            <a:solidFill>
              <a:srgbClr val="45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5015" y="2240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54547"/>
                </a:solidFill>
                <a:latin typeface="Verdana"/>
              </a:rPr>
              <a:t>Чередование строк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МИЧУРИН">
  <a:themeElements>
    <a:clrScheme name="МИЧУРИН">
      <a:dk1>
        <a:srgbClr val="000000"/>
      </a:dk1>
      <a:lt1>
        <a:srgbClr val="FFFFFF"/>
      </a:lt1>
      <a:dk2>
        <a:srgbClr val="454547"/>
      </a:dk2>
      <a:lt2>
        <a:srgbClr val="F8E7E8"/>
      </a:lt2>
      <a:accent1>
        <a:srgbClr val="D70036"/>
      </a:accent1>
      <a:accent2>
        <a:srgbClr val="AF182E"/>
      </a:accent2>
      <a:accent3>
        <a:srgbClr val="199646"/>
      </a:accent3>
      <a:accent4>
        <a:srgbClr val="831223"/>
      </a:accent4>
      <a:accent5>
        <a:srgbClr val="F0929F"/>
      </a:accent5>
      <a:accent6>
        <a:srgbClr val="8AEE8D"/>
      </a:accent6>
      <a:hlink>
        <a:srgbClr val="77777A"/>
      </a:hlink>
      <a:folHlink>
        <a:srgbClr val="454547"/>
      </a:folHlink>
    </a:clrScheme>
    <a:fontScheme name="МИЧУРИН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