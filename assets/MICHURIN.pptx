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l">
              <a:defRPr sz="4400" b="1">
                <a:solidFill>
                  <a:srgbClr val="831223"/>
                </a:solidFill>
                <a:latin typeface="Verdana"/>
              </a:defRPr>
            </a:pPr>
            <a:r>
              <a:t>МИЧУРИН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2000">
                <a:solidFill>
                  <a:srgbClr val="454547"/>
                </a:solidFill>
                <a:latin typeface="Verdana"/>
              </a:defRPr>
            </a:pPr>
            <a:r>
              <a:t>Корпоративный шаблон Черкизово</a:t>
            </a:r>
          </a:p>
        </p:txBody>
      </p:sp>
      <p:pic>
        <p:nvPicPr>
          <p:cNvPr id="4" name="Picture 3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7172" y="102412"/>
            <a:ext cx="2423160" cy="89361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pic>
        <p:nvPicPr>
          <p:cNvPr id="3" name="Picture 2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7172" y="102412"/>
            <a:ext cx="2423160" cy="89361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33095" y="330098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831223"/>
                </a:solidFill>
                <a:latin typeface="Verdana"/>
              </a:rPr>
              <a:t>Цветовая палитра</a:t>
            </a:r>
          </a:p>
        </p:txBody>
      </p:sp>
      <p:sp>
        <p:nvSpPr>
          <p:cNvPr id="5" name="Rectangle 4"/>
          <p:cNvSpPr/>
          <p:nvPr/>
        </p:nvSpPr>
        <p:spPr>
          <a:xfrm>
            <a:off x="533095" y="1097280"/>
            <a:ext cx="1828800" cy="502920"/>
          </a:xfrm>
          <a:prstGeom prst="rect">
            <a:avLst/>
          </a:prstGeom>
          <a:solidFill>
            <a:srgbClr val="D70036"/>
          </a:solidFill>
          <a:ln>
            <a:solidFill>
              <a:srgbClr val="4545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095" y="16002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54547"/>
                </a:solidFill>
                <a:latin typeface="Verdana"/>
              </a:rPr>
              <a:t>Красный бренд</a:t>
            </a:r>
          </a:p>
        </p:txBody>
      </p:sp>
      <p:sp>
        <p:nvSpPr>
          <p:cNvPr id="7" name="Rectangle 6"/>
          <p:cNvSpPr/>
          <p:nvPr/>
        </p:nvSpPr>
        <p:spPr>
          <a:xfrm>
            <a:off x="2499055" y="1097280"/>
            <a:ext cx="1828800" cy="502920"/>
          </a:xfrm>
          <a:prstGeom prst="rect">
            <a:avLst/>
          </a:prstGeom>
          <a:solidFill>
            <a:srgbClr val="AF182E"/>
          </a:solidFill>
          <a:ln>
            <a:solidFill>
              <a:srgbClr val="4545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99055" y="16002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54547"/>
                </a:solidFill>
                <a:latin typeface="Verdana"/>
              </a:rPr>
              <a:t>Тёмно-красный</a:t>
            </a:r>
          </a:p>
        </p:txBody>
      </p:sp>
      <p:sp>
        <p:nvSpPr>
          <p:cNvPr id="9" name="Rectangle 8"/>
          <p:cNvSpPr/>
          <p:nvPr/>
        </p:nvSpPr>
        <p:spPr>
          <a:xfrm>
            <a:off x="4465015" y="1097280"/>
            <a:ext cx="1828800" cy="502920"/>
          </a:xfrm>
          <a:prstGeom prst="rect">
            <a:avLst/>
          </a:prstGeom>
          <a:solidFill>
            <a:srgbClr val="831223"/>
          </a:solidFill>
          <a:ln>
            <a:solidFill>
              <a:srgbClr val="4545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5015" y="16002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54547"/>
                </a:solidFill>
                <a:latin typeface="Verdana"/>
              </a:rPr>
              <a:t>Заголовок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3095" y="1737360"/>
            <a:ext cx="1828800" cy="502920"/>
          </a:xfrm>
          <a:prstGeom prst="rect">
            <a:avLst/>
          </a:prstGeom>
          <a:solidFill>
            <a:srgbClr val="199646"/>
          </a:solidFill>
          <a:ln>
            <a:solidFill>
              <a:srgbClr val="4545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3095" y="224028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54547"/>
                </a:solidFill>
                <a:latin typeface="Verdana"/>
              </a:rPr>
              <a:t>Зелёный акцент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99055" y="1737360"/>
            <a:ext cx="1828800" cy="502920"/>
          </a:xfrm>
          <a:prstGeom prst="rect">
            <a:avLst/>
          </a:prstGeom>
          <a:solidFill>
            <a:srgbClr val="77777A"/>
          </a:solidFill>
          <a:ln>
            <a:solidFill>
              <a:srgbClr val="4545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99055" y="224028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54547"/>
                </a:solidFill>
                <a:latin typeface="Verdana"/>
              </a:rPr>
              <a:t>Ключ / ссылка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65015" y="1737360"/>
            <a:ext cx="1828800" cy="502920"/>
          </a:xfrm>
          <a:prstGeom prst="rect">
            <a:avLst/>
          </a:prstGeom>
          <a:solidFill>
            <a:srgbClr val="F8E7E8"/>
          </a:solidFill>
          <a:ln>
            <a:solidFill>
              <a:srgbClr val="4545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65015" y="224028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54547"/>
                </a:solidFill>
                <a:latin typeface="Verdana"/>
              </a:rPr>
              <a:t>Чередование строк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МИЧУРИН">
  <a:themeElements>
    <a:clrScheme name="МИЧУРИН">
      <a:dk1>
        <a:srgbClr val="000000"/>
      </a:dk1>
      <a:lt1>
        <a:srgbClr val="FFFFFF"/>
      </a:lt1>
      <a:dk2>
        <a:srgbClr val="454547"/>
      </a:dk2>
      <a:lt2>
        <a:srgbClr val="F8E7E8"/>
      </a:lt2>
      <a:accent1>
        <a:srgbClr val="D70036"/>
      </a:accent1>
      <a:accent2>
        <a:srgbClr val="AF182E"/>
      </a:accent2>
      <a:accent3>
        <a:srgbClr val="199646"/>
      </a:accent3>
      <a:accent4>
        <a:srgbClr val="831223"/>
      </a:accent4>
      <a:accent5>
        <a:srgbClr val="F0929F"/>
      </a:accent5>
      <a:accent6>
        <a:srgbClr val="8AEE8D"/>
      </a:accent6>
      <a:hlink>
        <a:srgbClr val="77777A"/>
      </a:hlink>
      <a:folHlink>
        <a:srgbClr val="454547"/>
      </a:folHlink>
    </a:clrScheme>
    <a:fontScheme name="МИЧУРИН">
      <a:majorFont>
        <a:latin typeface="Verdan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Verdan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